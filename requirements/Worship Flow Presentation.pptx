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 r:id="rId2"/>
    <p:sldId id="259" r:id="rId3"/>
    <p:sldId id="257" r:id="rId4"/>
    <p:sldId id="258" r:id="rId5"/>
    <p:sldId id="260" r:id="rId6"/>
    <p:sldId id="261" r:id="rId7"/>
    <p:sldId id="263" r:id="rId8"/>
    <p:sldId id="264"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717C5C-645A-5380-8534-647D58AE33D7}" v="157" dt="2025-09-17T04:09:12.942"/>
    <p1510:client id="{75A5F159-4D5D-36B7-202A-7A1166299863}" v="147" dt="2025-09-17T05:51:57.893"/>
    <p1510:client id="{9156B2CF-01B4-D40B-4CEB-AC40F1EF10FE}" v="3" dt="2025-09-17T19:17:33.8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chary McGill" userId="S::mcgizt01@pfw.edu::3f6ed8ba-e8d3-41dc-b917-f4c45d796d11" providerId="AD" clId="Web-{0F717C5C-645A-5380-8534-647D58AE33D7}"/>
    <pc:docChg chg="addSld delSld modSld">
      <pc:chgData name="Zachary McGill" userId="S::mcgizt01@pfw.edu::3f6ed8ba-e8d3-41dc-b917-f4c45d796d11" providerId="AD" clId="Web-{0F717C5C-645A-5380-8534-647D58AE33D7}" dt="2025-09-17T04:09:12.942" v="155"/>
      <pc:docMkLst>
        <pc:docMk/>
      </pc:docMkLst>
      <pc:sldChg chg="modSp">
        <pc:chgData name="Zachary McGill" userId="S::mcgizt01@pfw.edu::3f6ed8ba-e8d3-41dc-b917-f4c45d796d11" providerId="AD" clId="Web-{0F717C5C-645A-5380-8534-647D58AE33D7}" dt="2025-09-17T04:06:18.667" v="94" actId="20577"/>
        <pc:sldMkLst>
          <pc:docMk/>
          <pc:sldMk cId="109857222" sldId="256"/>
        </pc:sldMkLst>
        <pc:spChg chg="mod">
          <ac:chgData name="Zachary McGill" userId="S::mcgizt01@pfw.edu::3f6ed8ba-e8d3-41dc-b917-f4c45d796d11" providerId="AD" clId="Web-{0F717C5C-645A-5380-8534-647D58AE33D7}" dt="2025-09-17T04:06:18.667" v="94" actId="20577"/>
          <ac:spMkLst>
            <pc:docMk/>
            <pc:sldMk cId="109857222" sldId="256"/>
            <ac:spMk id="2" creationId="{00000000-0000-0000-0000-000000000000}"/>
          </ac:spMkLst>
        </pc:spChg>
      </pc:sldChg>
      <pc:sldChg chg="addSp delSp modSp new modNotes">
        <pc:chgData name="Zachary McGill" userId="S::mcgizt01@pfw.edu::3f6ed8ba-e8d3-41dc-b917-f4c45d796d11" providerId="AD" clId="Web-{0F717C5C-645A-5380-8534-647D58AE33D7}" dt="2025-09-17T04:00:07.489" v="73"/>
        <pc:sldMkLst>
          <pc:docMk/>
          <pc:sldMk cId="2416507590" sldId="257"/>
        </pc:sldMkLst>
        <pc:spChg chg="mod">
          <ac:chgData name="Zachary McGill" userId="S::mcgizt01@pfw.edu::3f6ed8ba-e8d3-41dc-b917-f4c45d796d11" providerId="AD" clId="Web-{0F717C5C-645A-5380-8534-647D58AE33D7}" dt="2025-09-17T03:56:57.292" v="12" actId="20577"/>
          <ac:spMkLst>
            <pc:docMk/>
            <pc:sldMk cId="2416507590" sldId="257"/>
            <ac:spMk id="2" creationId="{EC897A30-058A-BFDA-9897-B7F390326AB0}"/>
          </ac:spMkLst>
        </pc:spChg>
        <pc:spChg chg="del mod">
          <ac:chgData name="Zachary McGill" userId="S::mcgizt01@pfw.edu::3f6ed8ba-e8d3-41dc-b917-f4c45d796d11" providerId="AD" clId="Web-{0F717C5C-645A-5380-8534-647D58AE33D7}" dt="2025-09-17T03:59:47.645" v="65"/>
          <ac:spMkLst>
            <pc:docMk/>
            <pc:sldMk cId="2416507590" sldId="257"/>
            <ac:spMk id="3" creationId="{66D527AD-8E28-ED6E-FB5D-E2DFDF7E5896}"/>
          </ac:spMkLst>
        </pc:spChg>
        <pc:spChg chg="add del mod">
          <ac:chgData name="Zachary McGill" userId="S::mcgizt01@pfw.edu::3f6ed8ba-e8d3-41dc-b917-f4c45d796d11" providerId="AD" clId="Web-{0F717C5C-645A-5380-8534-647D58AE33D7}" dt="2025-09-17T03:59:56.520" v="66"/>
          <ac:spMkLst>
            <pc:docMk/>
            <pc:sldMk cId="2416507590" sldId="257"/>
            <ac:spMk id="5" creationId="{BF949907-7AAE-22B9-10AC-5BEEF0A6B797}"/>
          </ac:spMkLst>
        </pc:spChg>
      </pc:sldChg>
      <pc:sldChg chg="delSp modSp new">
        <pc:chgData name="Zachary McGill" userId="S::mcgizt01@pfw.edu::3f6ed8ba-e8d3-41dc-b917-f4c45d796d11" providerId="AD" clId="Web-{0F717C5C-645A-5380-8534-647D58AE33D7}" dt="2025-09-17T04:06:38.794" v="100" actId="20577"/>
        <pc:sldMkLst>
          <pc:docMk/>
          <pc:sldMk cId="2029289731" sldId="258"/>
        </pc:sldMkLst>
        <pc:spChg chg="mod">
          <ac:chgData name="Zachary McGill" userId="S::mcgizt01@pfw.edu::3f6ed8ba-e8d3-41dc-b917-f4c45d796d11" providerId="AD" clId="Web-{0F717C5C-645A-5380-8534-647D58AE33D7}" dt="2025-09-17T04:06:38.794" v="100" actId="20577"/>
          <ac:spMkLst>
            <pc:docMk/>
            <pc:sldMk cId="2029289731" sldId="258"/>
            <ac:spMk id="2" creationId="{E7AC2B61-580B-B2F2-4A97-1F57D4B37D43}"/>
          </ac:spMkLst>
        </pc:spChg>
        <pc:spChg chg="del">
          <ac:chgData name="Zachary McGill" userId="S::mcgizt01@pfw.edu::3f6ed8ba-e8d3-41dc-b917-f4c45d796d11" providerId="AD" clId="Web-{0F717C5C-645A-5380-8534-647D58AE33D7}" dt="2025-09-17T04:00:14.973" v="74"/>
          <ac:spMkLst>
            <pc:docMk/>
            <pc:sldMk cId="2029289731" sldId="258"/>
            <ac:spMk id="3" creationId="{1AF770BF-FB32-897B-EE25-DFE20FF280BF}"/>
          </ac:spMkLst>
        </pc:spChg>
      </pc:sldChg>
      <pc:sldChg chg="modSp new">
        <pc:chgData name="Zachary McGill" userId="S::mcgizt01@pfw.edu::3f6ed8ba-e8d3-41dc-b917-f4c45d796d11" providerId="AD" clId="Web-{0F717C5C-645A-5380-8534-647D58AE33D7}" dt="2025-09-17T04:07:00.046" v="111" actId="20577"/>
        <pc:sldMkLst>
          <pc:docMk/>
          <pc:sldMk cId="1095488111" sldId="259"/>
        </pc:sldMkLst>
        <pc:spChg chg="mod">
          <ac:chgData name="Zachary McGill" userId="S::mcgizt01@pfw.edu::3f6ed8ba-e8d3-41dc-b917-f4c45d796d11" providerId="AD" clId="Web-{0F717C5C-645A-5380-8534-647D58AE33D7}" dt="2025-09-17T04:07:00.046" v="111" actId="20577"/>
          <ac:spMkLst>
            <pc:docMk/>
            <pc:sldMk cId="1095488111" sldId="259"/>
            <ac:spMk id="2" creationId="{A6D9A81F-C182-BC73-D105-02F2EC177851}"/>
          </ac:spMkLst>
        </pc:spChg>
      </pc:sldChg>
      <pc:sldChg chg="modSp add replId">
        <pc:chgData name="Zachary McGill" userId="S::mcgizt01@pfw.edu::3f6ed8ba-e8d3-41dc-b917-f4c45d796d11" providerId="AD" clId="Web-{0F717C5C-645A-5380-8534-647D58AE33D7}" dt="2025-09-17T04:08:31.191" v="131" actId="20577"/>
        <pc:sldMkLst>
          <pc:docMk/>
          <pc:sldMk cId="2204209516" sldId="260"/>
        </pc:sldMkLst>
        <pc:spChg chg="mod">
          <ac:chgData name="Zachary McGill" userId="S::mcgizt01@pfw.edu::3f6ed8ba-e8d3-41dc-b917-f4c45d796d11" providerId="AD" clId="Web-{0F717C5C-645A-5380-8534-647D58AE33D7}" dt="2025-09-17T04:08:31.191" v="131" actId="20577"/>
          <ac:spMkLst>
            <pc:docMk/>
            <pc:sldMk cId="2204209516" sldId="260"/>
            <ac:spMk id="2" creationId="{A0370E17-3D4B-5D8C-981B-46BA39BFC447}"/>
          </ac:spMkLst>
        </pc:spChg>
      </pc:sldChg>
      <pc:sldChg chg="new del">
        <pc:chgData name="Zachary McGill" userId="S::mcgizt01@pfw.edu::3f6ed8ba-e8d3-41dc-b917-f4c45d796d11" providerId="AD" clId="Web-{0F717C5C-645A-5380-8534-647D58AE33D7}" dt="2025-09-17T04:08:08.908" v="115"/>
        <pc:sldMkLst>
          <pc:docMk/>
          <pc:sldMk cId="3590405920" sldId="260"/>
        </pc:sldMkLst>
      </pc:sldChg>
      <pc:sldChg chg="new del">
        <pc:chgData name="Zachary McGill" userId="S::mcgizt01@pfw.edu::3f6ed8ba-e8d3-41dc-b917-f4c45d796d11" providerId="AD" clId="Web-{0F717C5C-645A-5380-8534-647D58AE33D7}" dt="2025-09-17T04:08:06.424" v="114"/>
        <pc:sldMkLst>
          <pc:docMk/>
          <pc:sldMk cId="1211705564" sldId="261"/>
        </pc:sldMkLst>
      </pc:sldChg>
      <pc:sldChg chg="delSp modSp new">
        <pc:chgData name="Zachary McGill" userId="S::mcgizt01@pfw.edu::3f6ed8ba-e8d3-41dc-b917-f4c45d796d11" providerId="AD" clId="Web-{0F717C5C-645A-5380-8534-647D58AE33D7}" dt="2025-09-17T04:09:01.129" v="154" actId="20577"/>
        <pc:sldMkLst>
          <pc:docMk/>
          <pc:sldMk cId="1908324367" sldId="261"/>
        </pc:sldMkLst>
        <pc:spChg chg="del">
          <ac:chgData name="Zachary McGill" userId="S::mcgizt01@pfw.edu::3f6ed8ba-e8d3-41dc-b917-f4c45d796d11" providerId="AD" clId="Web-{0F717C5C-645A-5380-8534-647D58AE33D7}" dt="2025-09-17T04:08:46.629" v="133"/>
          <ac:spMkLst>
            <pc:docMk/>
            <pc:sldMk cId="1908324367" sldId="261"/>
            <ac:spMk id="2" creationId="{4EFA322D-E630-E131-A8E3-EA8194774C35}"/>
          </ac:spMkLst>
        </pc:spChg>
        <pc:spChg chg="mod">
          <ac:chgData name="Zachary McGill" userId="S::mcgizt01@pfw.edu::3f6ed8ba-e8d3-41dc-b917-f4c45d796d11" providerId="AD" clId="Web-{0F717C5C-645A-5380-8534-647D58AE33D7}" dt="2025-09-17T04:09:01.129" v="154" actId="20577"/>
          <ac:spMkLst>
            <pc:docMk/>
            <pc:sldMk cId="1908324367" sldId="261"/>
            <ac:spMk id="3" creationId="{8447B955-DAD2-AD90-241D-DE1B08326A08}"/>
          </ac:spMkLst>
        </pc:spChg>
      </pc:sldChg>
      <pc:sldChg chg="add replId">
        <pc:chgData name="Zachary McGill" userId="S::mcgizt01@pfw.edu::3f6ed8ba-e8d3-41dc-b917-f4c45d796d11" providerId="AD" clId="Web-{0F717C5C-645A-5380-8534-647D58AE33D7}" dt="2025-09-17T04:09:12.942" v="155"/>
        <pc:sldMkLst>
          <pc:docMk/>
          <pc:sldMk cId="2669990842" sldId="262"/>
        </pc:sldMkLst>
      </pc:sldChg>
    </pc:docChg>
  </pc:docChgLst>
  <pc:docChgLst>
    <pc:chgData name="Zachary McGill" userId="S::mcgizt01@pfw.edu::3f6ed8ba-e8d3-41dc-b917-f4c45d796d11" providerId="AD" clId="Web-{9156B2CF-01B4-D40B-4CEB-AC40F1EF10FE}"/>
    <pc:docChg chg="addSld sldOrd">
      <pc:chgData name="Zachary McGill" userId="S::mcgizt01@pfw.edu::3f6ed8ba-e8d3-41dc-b917-f4c45d796d11" providerId="AD" clId="Web-{9156B2CF-01B4-D40B-4CEB-AC40F1EF10FE}" dt="2025-09-17T19:17:33.866" v="2"/>
      <pc:docMkLst>
        <pc:docMk/>
      </pc:docMkLst>
      <pc:sldChg chg="ord">
        <pc:chgData name="Zachary McGill" userId="S::mcgizt01@pfw.edu::3f6ed8ba-e8d3-41dc-b917-f4c45d796d11" providerId="AD" clId="Web-{9156B2CF-01B4-D40B-4CEB-AC40F1EF10FE}" dt="2025-09-17T19:17:33.866" v="2"/>
        <pc:sldMkLst>
          <pc:docMk/>
          <pc:sldMk cId="1908324367" sldId="261"/>
        </pc:sldMkLst>
      </pc:sldChg>
      <pc:sldChg chg="add">
        <pc:chgData name="Zachary McGill" userId="S::mcgizt01@pfw.edu::3f6ed8ba-e8d3-41dc-b917-f4c45d796d11" providerId="AD" clId="Web-{9156B2CF-01B4-D40B-4CEB-AC40F1EF10FE}" dt="2025-09-17T19:03:08.846" v="0"/>
        <pc:sldMkLst>
          <pc:docMk/>
          <pc:sldMk cId="3199556011" sldId="263"/>
        </pc:sldMkLst>
      </pc:sldChg>
      <pc:sldChg chg="add">
        <pc:chgData name="Zachary McGill" userId="S::mcgizt01@pfw.edu::3f6ed8ba-e8d3-41dc-b917-f4c45d796d11" providerId="AD" clId="Web-{9156B2CF-01B4-D40B-4CEB-AC40F1EF10FE}" dt="2025-09-17T19:03:35.659" v="1"/>
        <pc:sldMkLst>
          <pc:docMk/>
          <pc:sldMk cId="3819758769" sldId="264"/>
        </pc:sldMkLst>
      </pc:sldChg>
      <pc:sldMasterChg chg="addSldLayout">
        <pc:chgData name="Zachary McGill" userId="S::mcgizt01@pfw.edu::3f6ed8ba-e8d3-41dc-b917-f4c45d796d11" providerId="AD" clId="Web-{9156B2CF-01B4-D40B-4CEB-AC40F1EF10FE}" dt="2025-09-17T19:03:35.659" v="1"/>
        <pc:sldMasterMkLst>
          <pc:docMk/>
          <pc:sldMasterMk cId="2460954070" sldId="2147483660"/>
        </pc:sldMasterMkLst>
        <pc:sldLayoutChg chg="add">
          <pc:chgData name="Zachary McGill" userId="S::mcgizt01@pfw.edu::3f6ed8ba-e8d3-41dc-b917-f4c45d796d11" providerId="AD" clId="Web-{9156B2CF-01B4-D40B-4CEB-AC40F1EF10FE}" dt="2025-09-17T19:03:08.846" v="0"/>
          <pc:sldLayoutMkLst>
            <pc:docMk/>
            <pc:sldMasterMk cId="2460954070" sldId="2147483660"/>
            <pc:sldLayoutMk cId="3012037931" sldId="2147483672"/>
          </pc:sldLayoutMkLst>
        </pc:sldLayoutChg>
        <pc:sldLayoutChg chg="add">
          <pc:chgData name="Zachary McGill" userId="S::mcgizt01@pfw.edu::3f6ed8ba-e8d3-41dc-b917-f4c45d796d11" providerId="AD" clId="Web-{9156B2CF-01B4-D40B-4CEB-AC40F1EF10FE}" dt="2025-09-17T19:03:35.659" v="1"/>
          <pc:sldLayoutMkLst>
            <pc:docMk/>
            <pc:sldMasterMk cId="2460954070" sldId="2147483660"/>
            <pc:sldLayoutMk cId="3356641957" sldId="2147483673"/>
          </pc:sldLayoutMkLst>
        </pc:sldLayoutChg>
      </pc:sldMasterChg>
    </pc:docChg>
  </pc:docChgLst>
  <pc:docChgLst>
    <pc:chgData name="Zachary McGill" userId="S::mcgizt01@pfw.edu::3f6ed8ba-e8d3-41dc-b917-f4c45d796d11" providerId="AD" clId="Web-{75A5F159-4D5D-36B7-202A-7A1166299863}"/>
    <pc:docChg chg="addSld delSld modSld">
      <pc:chgData name="Zachary McGill" userId="S::mcgizt01@pfw.edu::3f6ed8ba-e8d3-41dc-b917-f4c45d796d11" providerId="AD" clId="Web-{75A5F159-4D5D-36B7-202A-7A1166299863}" dt="2025-09-17T05:54:02.918" v="477"/>
      <pc:docMkLst>
        <pc:docMk/>
      </pc:docMkLst>
      <pc:sldChg chg="addSp delSp modSp mod setBg setClrOvrMap">
        <pc:chgData name="Zachary McGill" userId="S::mcgizt01@pfw.edu::3f6ed8ba-e8d3-41dc-b917-f4c45d796d11" providerId="AD" clId="Web-{75A5F159-4D5D-36B7-202A-7A1166299863}" dt="2025-09-17T04:51:52.461" v="393"/>
        <pc:sldMkLst>
          <pc:docMk/>
          <pc:sldMk cId="109857222" sldId="256"/>
        </pc:sldMkLst>
        <pc:spChg chg="mod">
          <ac:chgData name="Zachary McGill" userId="S::mcgizt01@pfw.edu::3f6ed8ba-e8d3-41dc-b917-f4c45d796d11" providerId="AD" clId="Web-{75A5F159-4D5D-36B7-202A-7A1166299863}" dt="2025-09-17T04:47:40.251" v="380"/>
          <ac:spMkLst>
            <pc:docMk/>
            <pc:sldMk cId="109857222" sldId="256"/>
            <ac:spMk id="2" creationId="{00000000-0000-0000-0000-000000000000}"/>
          </ac:spMkLst>
        </pc:spChg>
        <pc:spChg chg="mod">
          <ac:chgData name="Zachary McGill" userId="S::mcgizt01@pfw.edu::3f6ed8ba-e8d3-41dc-b917-f4c45d796d11" providerId="AD" clId="Web-{75A5F159-4D5D-36B7-202A-7A1166299863}" dt="2025-09-17T04:47:40.251" v="380"/>
          <ac:spMkLst>
            <pc:docMk/>
            <pc:sldMk cId="109857222" sldId="256"/>
            <ac:spMk id="3" creationId="{00000000-0000-0000-0000-000000000000}"/>
          </ac:spMkLst>
        </pc:spChg>
        <pc:spChg chg="add del">
          <ac:chgData name="Zachary McGill" userId="S::mcgizt01@pfw.edu::3f6ed8ba-e8d3-41dc-b917-f4c45d796d11" providerId="AD" clId="Web-{75A5F159-4D5D-36B7-202A-7A1166299863}" dt="2025-09-17T04:21:43.581" v="368"/>
          <ac:spMkLst>
            <pc:docMk/>
            <pc:sldMk cId="109857222" sldId="256"/>
            <ac:spMk id="6" creationId="{71B2258F-86CA-4D4D-8270-BC05FCDEBFB3}"/>
          </ac:spMkLst>
        </pc:spChg>
        <pc:spChg chg="add del">
          <ac:chgData name="Zachary McGill" userId="S::mcgizt01@pfw.edu::3f6ed8ba-e8d3-41dc-b917-f4c45d796d11" providerId="AD" clId="Web-{75A5F159-4D5D-36B7-202A-7A1166299863}" dt="2025-09-17T04:47:40.251" v="380"/>
          <ac:spMkLst>
            <pc:docMk/>
            <pc:sldMk cId="109857222" sldId="256"/>
            <ac:spMk id="8" creationId="{E0AE394F-AFF1-4485-AF1F-7387A2F041AA}"/>
          </ac:spMkLst>
        </pc:spChg>
        <pc:spChg chg="add del">
          <ac:chgData name="Zachary McGill" userId="S::mcgizt01@pfw.edu::3f6ed8ba-e8d3-41dc-b917-f4c45d796d11" providerId="AD" clId="Web-{75A5F159-4D5D-36B7-202A-7A1166299863}" dt="2025-09-17T04:20:26.030" v="364"/>
          <ac:spMkLst>
            <pc:docMk/>
            <pc:sldMk cId="109857222" sldId="256"/>
            <ac:spMk id="9" creationId="{C1DD1A8A-57D5-4A81-AD04-532B043C5611}"/>
          </ac:spMkLst>
        </pc:spChg>
        <pc:spChg chg="add del">
          <ac:chgData name="Zachary McGill" userId="S::mcgizt01@pfw.edu::3f6ed8ba-e8d3-41dc-b917-f4c45d796d11" providerId="AD" clId="Web-{75A5F159-4D5D-36B7-202A-7A1166299863}" dt="2025-09-17T04:20:26.030" v="364"/>
          <ac:spMkLst>
            <pc:docMk/>
            <pc:sldMk cId="109857222" sldId="256"/>
            <ac:spMk id="11" creationId="{007891EC-4501-44ED-A8C8-B11B6DB767AB}"/>
          </ac:spMkLst>
        </pc:spChg>
        <pc:spChg chg="add del">
          <ac:chgData name="Zachary McGill" userId="S::mcgizt01@pfw.edu::3f6ed8ba-e8d3-41dc-b917-f4c45d796d11" providerId="AD" clId="Web-{75A5F159-4D5D-36B7-202A-7A1166299863}" dt="2025-09-17T04:47:40.251" v="380"/>
          <ac:spMkLst>
            <pc:docMk/>
            <pc:sldMk cId="109857222" sldId="256"/>
            <ac:spMk id="12" creationId="{5683D043-25BB-4AC9-8130-641179672614}"/>
          </ac:spMkLst>
        </pc:spChg>
        <pc:spChg chg="add del">
          <ac:chgData name="Zachary McGill" userId="S::mcgizt01@pfw.edu::3f6ed8ba-e8d3-41dc-b917-f4c45d796d11" providerId="AD" clId="Web-{75A5F159-4D5D-36B7-202A-7A1166299863}" dt="2025-09-17T04:47:40.251" v="380"/>
          <ac:spMkLst>
            <pc:docMk/>
            <pc:sldMk cId="109857222" sldId="256"/>
            <ac:spMk id="13" creationId="{AA61CCAC-6875-474C-8E9E-F57ABF078C2B}"/>
          </ac:spMkLst>
        </pc:spChg>
        <pc:spChg chg="add">
          <ac:chgData name="Zachary McGill" userId="S::mcgizt01@pfw.edu::3f6ed8ba-e8d3-41dc-b917-f4c45d796d11" providerId="AD" clId="Web-{75A5F159-4D5D-36B7-202A-7A1166299863}" dt="2025-09-17T04:47:40.251" v="380"/>
          <ac:spMkLst>
            <pc:docMk/>
            <pc:sldMk cId="109857222" sldId="256"/>
            <ac:spMk id="18" creationId="{71B2258F-86CA-4D4D-8270-BC05FCDEBFB3}"/>
          </ac:spMkLst>
        </pc:spChg>
        <pc:picChg chg="add mod ord">
          <ac:chgData name="Zachary McGill" userId="S::mcgizt01@pfw.edu::3f6ed8ba-e8d3-41dc-b917-f4c45d796d11" providerId="AD" clId="Web-{75A5F159-4D5D-36B7-202A-7A1166299863}" dt="2025-09-17T04:51:52.461" v="393"/>
          <ac:picMkLst>
            <pc:docMk/>
            <pc:sldMk cId="109857222" sldId="256"/>
            <ac:picMk id="4" creationId="{CEC6179B-4861-6678-38E2-0686C3EE34B0}"/>
          </ac:picMkLst>
        </pc:picChg>
        <pc:picChg chg="add del">
          <ac:chgData name="Zachary McGill" userId="S::mcgizt01@pfw.edu::3f6ed8ba-e8d3-41dc-b917-f4c45d796d11" providerId="AD" clId="Web-{75A5F159-4D5D-36B7-202A-7A1166299863}" dt="2025-09-17T04:20:26.030" v="364"/>
          <ac:picMkLst>
            <pc:docMk/>
            <pc:sldMk cId="109857222" sldId="256"/>
            <ac:picMk id="5" creationId="{92E9F9B7-6383-E42D-8E32-0321042F5260}"/>
          </ac:picMkLst>
        </pc:picChg>
        <pc:picChg chg="add del">
          <ac:chgData name="Zachary McGill" userId="S::mcgizt01@pfw.edu::3f6ed8ba-e8d3-41dc-b917-f4c45d796d11" providerId="AD" clId="Web-{75A5F159-4D5D-36B7-202A-7A1166299863}" dt="2025-09-17T04:21:43.581" v="368"/>
          <ac:picMkLst>
            <pc:docMk/>
            <pc:sldMk cId="109857222" sldId="256"/>
            <ac:picMk id="7" creationId="{60DAC658-21A9-D028-893F-AF30336E4B92}"/>
          </ac:picMkLst>
        </pc:picChg>
        <pc:picChg chg="add del">
          <ac:chgData name="Zachary McGill" userId="S::mcgizt01@pfw.edu::3f6ed8ba-e8d3-41dc-b917-f4c45d796d11" providerId="AD" clId="Web-{75A5F159-4D5D-36B7-202A-7A1166299863}" dt="2025-09-17T04:45:57.563" v="372"/>
          <ac:picMkLst>
            <pc:docMk/>
            <pc:sldMk cId="109857222" sldId="256"/>
            <ac:picMk id="10" creationId="{8DA04359-942D-8E85-8F4F-7FD958B600F4}"/>
          </ac:picMkLst>
        </pc:picChg>
      </pc:sldChg>
      <pc:sldChg chg="addSp delSp modSp mod setBg setClrOvrMap modNotes">
        <pc:chgData name="Zachary McGill" userId="S::mcgizt01@pfw.edu::3f6ed8ba-e8d3-41dc-b917-f4c45d796d11" providerId="AD" clId="Web-{75A5F159-4D5D-36B7-202A-7A1166299863}" dt="2025-09-17T05:53:07.789" v="474"/>
        <pc:sldMkLst>
          <pc:docMk/>
          <pc:sldMk cId="2416507590" sldId="257"/>
        </pc:sldMkLst>
        <pc:spChg chg="mod">
          <ac:chgData name="Zachary McGill" userId="S::mcgizt01@pfw.edu::3f6ed8ba-e8d3-41dc-b917-f4c45d796d11" providerId="AD" clId="Web-{75A5F159-4D5D-36B7-202A-7A1166299863}" dt="2025-09-17T05:53:07.789" v="474"/>
          <ac:spMkLst>
            <pc:docMk/>
            <pc:sldMk cId="2416507590" sldId="257"/>
            <ac:spMk id="2" creationId="{EC897A30-058A-BFDA-9897-B7F390326AB0}"/>
          </ac:spMkLst>
        </pc:spChg>
        <pc:spChg chg="add del">
          <ac:chgData name="Zachary McGill" userId="S::mcgizt01@pfw.edu::3f6ed8ba-e8d3-41dc-b917-f4c45d796d11" providerId="AD" clId="Web-{75A5F159-4D5D-36B7-202A-7A1166299863}" dt="2025-09-17T05:52:46.413" v="465"/>
          <ac:spMkLst>
            <pc:docMk/>
            <pc:sldMk cId="2416507590" sldId="257"/>
            <ac:spMk id="7" creationId="{66B332A4-D438-4773-A77F-5ED49A448D9D}"/>
          </ac:spMkLst>
        </pc:spChg>
        <pc:spChg chg="add del">
          <ac:chgData name="Zachary McGill" userId="S::mcgizt01@pfw.edu::3f6ed8ba-e8d3-41dc-b917-f4c45d796d11" providerId="AD" clId="Web-{75A5F159-4D5D-36B7-202A-7A1166299863}" dt="2025-09-17T05:52:46.413" v="465"/>
          <ac:spMkLst>
            <pc:docMk/>
            <pc:sldMk cId="2416507590" sldId="257"/>
            <ac:spMk id="9" creationId="{DF9AD32D-FF05-44F4-BD4D-9CEE89B71EB9}"/>
          </ac:spMkLst>
        </pc:spChg>
        <pc:spChg chg="add del">
          <ac:chgData name="Zachary McGill" userId="S::mcgizt01@pfw.edu::3f6ed8ba-e8d3-41dc-b917-f4c45d796d11" providerId="AD" clId="Web-{75A5F159-4D5D-36B7-202A-7A1166299863}" dt="2025-09-17T05:52:48.803" v="467"/>
          <ac:spMkLst>
            <pc:docMk/>
            <pc:sldMk cId="2416507590" sldId="257"/>
            <ac:spMk id="11" creationId="{FA33EEAE-15D5-4119-8C1E-89D943F911EF}"/>
          </ac:spMkLst>
        </pc:spChg>
        <pc:spChg chg="add del">
          <ac:chgData name="Zachary McGill" userId="S::mcgizt01@pfw.edu::3f6ed8ba-e8d3-41dc-b917-f4c45d796d11" providerId="AD" clId="Web-{75A5F159-4D5D-36B7-202A-7A1166299863}" dt="2025-09-17T05:52:48.803" v="467"/>
          <ac:spMkLst>
            <pc:docMk/>
            <pc:sldMk cId="2416507590" sldId="257"/>
            <ac:spMk id="12" creationId="{577D6B2E-37A3-429E-A37C-F30ED6487282}"/>
          </ac:spMkLst>
        </pc:spChg>
        <pc:spChg chg="add del">
          <ac:chgData name="Zachary McGill" userId="S::mcgizt01@pfw.edu::3f6ed8ba-e8d3-41dc-b917-f4c45d796d11" providerId="AD" clId="Web-{75A5F159-4D5D-36B7-202A-7A1166299863}" dt="2025-09-17T05:52:48.803" v="467"/>
          <ac:spMkLst>
            <pc:docMk/>
            <pc:sldMk cId="2416507590" sldId="257"/>
            <ac:spMk id="13" creationId="{730D8B3B-9B80-4025-B934-26DC7D7CD231}"/>
          </ac:spMkLst>
        </pc:spChg>
        <pc:spChg chg="add del">
          <ac:chgData name="Zachary McGill" userId="S::mcgizt01@pfw.edu::3f6ed8ba-e8d3-41dc-b917-f4c45d796d11" providerId="AD" clId="Web-{75A5F159-4D5D-36B7-202A-7A1166299863}" dt="2025-09-17T05:52:48.803" v="467"/>
          <ac:spMkLst>
            <pc:docMk/>
            <pc:sldMk cId="2416507590" sldId="257"/>
            <ac:spMk id="14" creationId="{5CEAD642-85CF-4750-8432-7C80C901F001}"/>
          </ac:spMkLst>
        </pc:spChg>
        <pc:spChg chg="add del">
          <ac:chgData name="Zachary McGill" userId="S::mcgizt01@pfw.edu::3f6ed8ba-e8d3-41dc-b917-f4c45d796d11" providerId="AD" clId="Web-{75A5F159-4D5D-36B7-202A-7A1166299863}" dt="2025-09-17T05:52:48.803" v="467"/>
          <ac:spMkLst>
            <pc:docMk/>
            <pc:sldMk cId="2416507590" sldId="257"/>
            <ac:spMk id="15" creationId="{1064D5D5-227B-4F66-9AEA-46F570E793BD}"/>
          </ac:spMkLst>
        </pc:spChg>
        <pc:spChg chg="add del">
          <ac:chgData name="Zachary McGill" userId="S::mcgizt01@pfw.edu::3f6ed8ba-e8d3-41dc-b917-f4c45d796d11" providerId="AD" clId="Web-{75A5F159-4D5D-36B7-202A-7A1166299863}" dt="2025-09-17T05:52:48.803" v="467"/>
          <ac:spMkLst>
            <pc:docMk/>
            <pc:sldMk cId="2416507590" sldId="257"/>
            <ac:spMk id="17" creationId="{646B67A4-D328-4747-A82B-65E84FA46368}"/>
          </ac:spMkLst>
        </pc:spChg>
        <pc:spChg chg="add del">
          <ac:chgData name="Zachary McGill" userId="S::mcgizt01@pfw.edu::3f6ed8ba-e8d3-41dc-b917-f4c45d796d11" providerId="AD" clId="Web-{75A5F159-4D5D-36B7-202A-7A1166299863}" dt="2025-09-17T05:52:48.803" v="467"/>
          <ac:spMkLst>
            <pc:docMk/>
            <pc:sldMk cId="2416507590" sldId="257"/>
            <ac:spMk id="19" creationId="{B5A1B09C-1565-46F8-B70F-621C5EB48A09}"/>
          </ac:spMkLst>
        </pc:spChg>
        <pc:spChg chg="add del">
          <ac:chgData name="Zachary McGill" userId="S::mcgizt01@pfw.edu::3f6ed8ba-e8d3-41dc-b917-f4c45d796d11" providerId="AD" clId="Web-{75A5F159-4D5D-36B7-202A-7A1166299863}" dt="2025-09-17T05:52:48.803" v="467"/>
          <ac:spMkLst>
            <pc:docMk/>
            <pc:sldMk cId="2416507590" sldId="257"/>
            <ac:spMk id="21" creationId="{8C516CC8-80AC-446C-A56E-9F54B7210402}"/>
          </ac:spMkLst>
        </pc:spChg>
        <pc:spChg chg="add del">
          <ac:chgData name="Zachary McGill" userId="S::mcgizt01@pfw.edu::3f6ed8ba-e8d3-41dc-b917-f4c45d796d11" providerId="AD" clId="Web-{75A5F159-4D5D-36B7-202A-7A1166299863}" dt="2025-09-17T05:53:02.679" v="469"/>
          <ac:spMkLst>
            <pc:docMk/>
            <pc:sldMk cId="2416507590" sldId="257"/>
            <ac:spMk id="23" creationId="{66B332A4-D438-4773-A77F-5ED49A448D9D}"/>
          </ac:spMkLst>
        </pc:spChg>
        <pc:spChg chg="add del">
          <ac:chgData name="Zachary McGill" userId="S::mcgizt01@pfw.edu::3f6ed8ba-e8d3-41dc-b917-f4c45d796d11" providerId="AD" clId="Web-{75A5F159-4D5D-36B7-202A-7A1166299863}" dt="2025-09-17T05:53:02.679" v="469"/>
          <ac:spMkLst>
            <pc:docMk/>
            <pc:sldMk cId="2416507590" sldId="257"/>
            <ac:spMk id="24" creationId="{DF9AD32D-FF05-44F4-BD4D-9CEE89B71EB9}"/>
          </ac:spMkLst>
        </pc:spChg>
        <pc:spChg chg="add del">
          <ac:chgData name="Zachary McGill" userId="S::mcgizt01@pfw.edu::3f6ed8ba-e8d3-41dc-b917-f4c45d796d11" providerId="AD" clId="Web-{75A5F159-4D5D-36B7-202A-7A1166299863}" dt="2025-09-17T05:53:04.929" v="471"/>
          <ac:spMkLst>
            <pc:docMk/>
            <pc:sldMk cId="2416507590" sldId="257"/>
            <ac:spMk id="26" creationId="{1A3C89F8-0D2F-47FF-B903-151248265F47}"/>
          </ac:spMkLst>
        </pc:spChg>
        <pc:spChg chg="add del">
          <ac:chgData name="Zachary McGill" userId="S::mcgizt01@pfw.edu::3f6ed8ba-e8d3-41dc-b917-f4c45d796d11" providerId="AD" clId="Web-{75A5F159-4D5D-36B7-202A-7A1166299863}" dt="2025-09-17T05:53:04.929" v="471"/>
          <ac:spMkLst>
            <pc:docMk/>
            <pc:sldMk cId="2416507590" sldId="257"/>
            <ac:spMk id="27" creationId="{C5CB530E-515E-412C-9DF1-5F8FFBD6F383}"/>
          </ac:spMkLst>
        </pc:spChg>
        <pc:spChg chg="add del">
          <ac:chgData name="Zachary McGill" userId="S::mcgizt01@pfw.edu::3f6ed8ba-e8d3-41dc-b917-f4c45d796d11" providerId="AD" clId="Web-{75A5F159-4D5D-36B7-202A-7A1166299863}" dt="2025-09-17T05:53:04.929" v="471"/>
          <ac:spMkLst>
            <pc:docMk/>
            <pc:sldMk cId="2416507590" sldId="257"/>
            <ac:spMk id="28" creationId="{712D4376-A578-4FF1-94FC-245E7A6A489F}"/>
          </ac:spMkLst>
        </pc:spChg>
        <pc:spChg chg="add del">
          <ac:chgData name="Zachary McGill" userId="S::mcgizt01@pfw.edu::3f6ed8ba-e8d3-41dc-b917-f4c45d796d11" providerId="AD" clId="Web-{75A5F159-4D5D-36B7-202A-7A1166299863}" dt="2025-09-17T05:53:04.929" v="471"/>
          <ac:spMkLst>
            <pc:docMk/>
            <pc:sldMk cId="2416507590" sldId="257"/>
            <ac:spMk id="29" creationId="{AEA7509D-F04F-40CB-A0B3-EEF16499CC9F}"/>
          </ac:spMkLst>
        </pc:spChg>
        <pc:spChg chg="add del">
          <ac:chgData name="Zachary McGill" userId="S::mcgizt01@pfw.edu::3f6ed8ba-e8d3-41dc-b917-f4c45d796d11" providerId="AD" clId="Web-{75A5F159-4D5D-36B7-202A-7A1166299863}" dt="2025-09-17T05:53:04.929" v="471"/>
          <ac:spMkLst>
            <pc:docMk/>
            <pc:sldMk cId="2416507590" sldId="257"/>
            <ac:spMk id="31" creationId="{508BEF50-7B1E-49A4-BC19-5F4F1D755E64}"/>
          </ac:spMkLst>
        </pc:spChg>
        <pc:spChg chg="add del">
          <ac:chgData name="Zachary McGill" userId="S::mcgizt01@pfw.edu::3f6ed8ba-e8d3-41dc-b917-f4c45d796d11" providerId="AD" clId="Web-{75A5F159-4D5D-36B7-202A-7A1166299863}" dt="2025-09-17T05:53:04.929" v="471"/>
          <ac:spMkLst>
            <pc:docMk/>
            <pc:sldMk cId="2416507590" sldId="257"/>
            <ac:spMk id="32" creationId="{3FBAD350-5664-4811-A208-657FB882D350}"/>
          </ac:spMkLst>
        </pc:spChg>
        <pc:spChg chg="add del">
          <ac:chgData name="Zachary McGill" userId="S::mcgizt01@pfw.edu::3f6ed8ba-e8d3-41dc-b917-f4c45d796d11" providerId="AD" clId="Web-{75A5F159-4D5D-36B7-202A-7A1166299863}" dt="2025-09-17T05:53:04.929" v="471"/>
          <ac:spMkLst>
            <pc:docMk/>
            <pc:sldMk cId="2416507590" sldId="257"/>
            <ac:spMk id="33" creationId="{C39ADB8F-D187-49D7-BDCF-C1B6DC727068}"/>
          </ac:spMkLst>
        </pc:spChg>
        <pc:spChg chg="add del">
          <ac:chgData name="Zachary McGill" userId="S::mcgizt01@pfw.edu::3f6ed8ba-e8d3-41dc-b917-f4c45d796d11" providerId="AD" clId="Web-{75A5F159-4D5D-36B7-202A-7A1166299863}" dt="2025-09-17T05:53:07.773" v="473"/>
          <ac:spMkLst>
            <pc:docMk/>
            <pc:sldMk cId="2416507590" sldId="257"/>
            <ac:spMk id="34" creationId="{FFD3887D-244B-4EC4-9208-E304984C5D0F}"/>
          </ac:spMkLst>
        </pc:spChg>
        <pc:spChg chg="add del">
          <ac:chgData name="Zachary McGill" userId="S::mcgizt01@pfw.edu::3f6ed8ba-e8d3-41dc-b917-f4c45d796d11" providerId="AD" clId="Web-{75A5F159-4D5D-36B7-202A-7A1166299863}" dt="2025-09-17T05:53:07.773" v="473"/>
          <ac:spMkLst>
            <pc:docMk/>
            <pc:sldMk cId="2416507590" sldId="257"/>
            <ac:spMk id="35" creationId="{489B7BFD-8F45-4093-AD9C-91B15B0503D9}"/>
          </ac:spMkLst>
        </pc:spChg>
        <pc:spChg chg="add del">
          <ac:chgData name="Zachary McGill" userId="S::mcgizt01@pfw.edu::3f6ed8ba-e8d3-41dc-b917-f4c45d796d11" providerId="AD" clId="Web-{75A5F159-4D5D-36B7-202A-7A1166299863}" dt="2025-09-17T05:53:07.773" v="473"/>
          <ac:spMkLst>
            <pc:docMk/>
            <pc:sldMk cId="2416507590" sldId="257"/>
            <ac:spMk id="36" creationId="{97224C31-855E-4593-8A58-5B2B0CC4F537}"/>
          </ac:spMkLst>
        </pc:spChg>
        <pc:spChg chg="add del">
          <ac:chgData name="Zachary McGill" userId="S::mcgizt01@pfw.edu::3f6ed8ba-e8d3-41dc-b917-f4c45d796d11" providerId="AD" clId="Web-{75A5F159-4D5D-36B7-202A-7A1166299863}" dt="2025-09-17T05:53:07.773" v="473"/>
          <ac:spMkLst>
            <pc:docMk/>
            <pc:sldMk cId="2416507590" sldId="257"/>
            <ac:spMk id="39" creationId="{498F8FF6-43B4-494A-AF8F-123A4983EDF7}"/>
          </ac:spMkLst>
        </pc:spChg>
        <pc:spChg chg="add del">
          <ac:chgData name="Zachary McGill" userId="S::mcgizt01@pfw.edu::3f6ed8ba-e8d3-41dc-b917-f4c45d796d11" providerId="AD" clId="Web-{75A5F159-4D5D-36B7-202A-7A1166299863}" dt="2025-09-17T05:53:07.773" v="473"/>
          <ac:spMkLst>
            <pc:docMk/>
            <pc:sldMk cId="2416507590" sldId="257"/>
            <ac:spMk id="40" creationId="{2B06059C-C357-4011-82B9-9C0106301384}"/>
          </ac:spMkLst>
        </pc:spChg>
        <pc:spChg chg="add del">
          <ac:chgData name="Zachary McGill" userId="S::mcgizt01@pfw.edu::3f6ed8ba-e8d3-41dc-b917-f4c45d796d11" providerId="AD" clId="Web-{75A5F159-4D5D-36B7-202A-7A1166299863}" dt="2025-09-17T05:53:07.773" v="473"/>
          <ac:spMkLst>
            <pc:docMk/>
            <pc:sldMk cId="2416507590" sldId="257"/>
            <ac:spMk id="41" creationId="{5AFEC601-A132-47EE-B0C2-B38ACD9FCE6F}"/>
          </ac:spMkLst>
        </pc:spChg>
        <pc:spChg chg="add del">
          <ac:chgData name="Zachary McGill" userId="S::mcgizt01@pfw.edu::3f6ed8ba-e8d3-41dc-b917-f4c45d796d11" providerId="AD" clId="Web-{75A5F159-4D5D-36B7-202A-7A1166299863}" dt="2025-09-17T05:53:07.773" v="473"/>
          <ac:spMkLst>
            <pc:docMk/>
            <pc:sldMk cId="2416507590" sldId="257"/>
            <ac:spMk id="43" creationId="{218E095B-4870-4AD5-9C41-C16D59523501}"/>
          </ac:spMkLst>
        </pc:spChg>
        <pc:spChg chg="add del">
          <ac:chgData name="Zachary McGill" userId="S::mcgizt01@pfw.edu::3f6ed8ba-e8d3-41dc-b917-f4c45d796d11" providerId="AD" clId="Web-{75A5F159-4D5D-36B7-202A-7A1166299863}" dt="2025-09-17T05:53:07.773" v="473"/>
          <ac:spMkLst>
            <pc:docMk/>
            <pc:sldMk cId="2416507590" sldId="257"/>
            <ac:spMk id="49" creationId="{033BC44A-0661-43B4-9C14-FD5963C226AE}"/>
          </ac:spMkLst>
        </pc:spChg>
        <pc:spChg chg="add del">
          <ac:chgData name="Zachary McGill" userId="S::mcgizt01@pfw.edu::3f6ed8ba-e8d3-41dc-b917-f4c45d796d11" providerId="AD" clId="Web-{75A5F159-4D5D-36B7-202A-7A1166299863}" dt="2025-09-17T05:53:07.773" v="473"/>
          <ac:spMkLst>
            <pc:docMk/>
            <pc:sldMk cId="2416507590" sldId="257"/>
            <ac:spMk id="50" creationId="{BE8CB2F0-2F5A-4EBD-B214-E0309C31F578}"/>
          </ac:spMkLst>
        </pc:spChg>
        <pc:spChg chg="add">
          <ac:chgData name="Zachary McGill" userId="S::mcgizt01@pfw.edu::3f6ed8ba-e8d3-41dc-b917-f4c45d796d11" providerId="AD" clId="Web-{75A5F159-4D5D-36B7-202A-7A1166299863}" dt="2025-09-17T05:53:07.789" v="474"/>
          <ac:spMkLst>
            <pc:docMk/>
            <pc:sldMk cId="2416507590" sldId="257"/>
            <ac:spMk id="52" creationId="{66B332A4-D438-4773-A77F-5ED49A448D9D}"/>
          </ac:spMkLst>
        </pc:spChg>
        <pc:spChg chg="add">
          <ac:chgData name="Zachary McGill" userId="S::mcgizt01@pfw.edu::3f6ed8ba-e8d3-41dc-b917-f4c45d796d11" providerId="AD" clId="Web-{75A5F159-4D5D-36B7-202A-7A1166299863}" dt="2025-09-17T05:53:07.789" v="474"/>
          <ac:spMkLst>
            <pc:docMk/>
            <pc:sldMk cId="2416507590" sldId="257"/>
            <ac:spMk id="53" creationId="{DF9AD32D-FF05-44F4-BD4D-9CEE89B71EB9}"/>
          </ac:spMkLst>
        </pc:spChg>
        <pc:cxnChg chg="add del">
          <ac:chgData name="Zachary McGill" userId="S::mcgizt01@pfw.edu::3f6ed8ba-e8d3-41dc-b917-f4c45d796d11" providerId="AD" clId="Web-{75A5F159-4D5D-36B7-202A-7A1166299863}" dt="2025-09-17T05:53:04.929" v="471"/>
          <ac:cxnSpMkLst>
            <pc:docMk/>
            <pc:sldMk cId="2416507590" sldId="257"/>
            <ac:cxnSpMk id="30" creationId="{56020367-4FD5-4596-8E10-C5F095CD8DBF}"/>
          </ac:cxnSpMkLst>
        </pc:cxnChg>
      </pc:sldChg>
      <pc:sldChg chg="addSp modSp mod setBg modNotes">
        <pc:chgData name="Zachary McGill" userId="S::mcgizt01@pfw.edu::3f6ed8ba-e8d3-41dc-b917-f4c45d796d11" providerId="AD" clId="Web-{75A5F159-4D5D-36B7-202A-7A1166299863}" dt="2025-09-17T05:53:24.479" v="475"/>
        <pc:sldMkLst>
          <pc:docMk/>
          <pc:sldMk cId="2029289731" sldId="258"/>
        </pc:sldMkLst>
        <pc:spChg chg="mod">
          <ac:chgData name="Zachary McGill" userId="S::mcgizt01@pfw.edu::3f6ed8ba-e8d3-41dc-b917-f4c45d796d11" providerId="AD" clId="Web-{75A5F159-4D5D-36B7-202A-7A1166299863}" dt="2025-09-17T05:53:24.479" v="475"/>
          <ac:spMkLst>
            <pc:docMk/>
            <pc:sldMk cId="2029289731" sldId="258"/>
            <ac:spMk id="2" creationId="{E7AC2B61-580B-B2F2-4A97-1F57D4B37D43}"/>
          </ac:spMkLst>
        </pc:spChg>
        <pc:spChg chg="add">
          <ac:chgData name="Zachary McGill" userId="S::mcgizt01@pfw.edu::3f6ed8ba-e8d3-41dc-b917-f4c45d796d11" providerId="AD" clId="Web-{75A5F159-4D5D-36B7-202A-7A1166299863}" dt="2025-09-17T05:53:24.479" v="475"/>
          <ac:spMkLst>
            <pc:docMk/>
            <pc:sldMk cId="2029289731" sldId="258"/>
            <ac:spMk id="8" creationId="{8870DEF6-46A2-D4F8-8BE6-91165D93ECC4}"/>
          </ac:spMkLst>
        </pc:spChg>
        <pc:picChg chg="add">
          <ac:chgData name="Zachary McGill" userId="S::mcgizt01@pfw.edu::3f6ed8ba-e8d3-41dc-b917-f4c45d796d11" providerId="AD" clId="Web-{75A5F159-4D5D-36B7-202A-7A1166299863}" dt="2025-09-17T05:53:24.479" v="475"/>
          <ac:picMkLst>
            <pc:docMk/>
            <pc:sldMk cId="2029289731" sldId="258"/>
            <ac:picMk id="4" creationId="{47A50BEE-B8ED-36F6-B2E1-32017515EFC6}"/>
          </ac:picMkLst>
        </pc:picChg>
        <pc:cxnChg chg="add">
          <ac:chgData name="Zachary McGill" userId="S::mcgizt01@pfw.edu::3f6ed8ba-e8d3-41dc-b917-f4c45d796d11" providerId="AD" clId="Web-{75A5F159-4D5D-36B7-202A-7A1166299863}" dt="2025-09-17T05:53:24.479" v="475"/>
          <ac:cxnSpMkLst>
            <pc:docMk/>
            <pc:sldMk cId="2029289731" sldId="258"/>
            <ac:cxnSpMk id="10" creationId="{522632D6-DED9-FDEC-FD9F-09FF0A4544CC}"/>
          </ac:cxnSpMkLst>
        </pc:cxnChg>
      </pc:sldChg>
      <pc:sldChg chg="addSp delSp modSp mod setBg modNotes">
        <pc:chgData name="Zachary McGill" userId="S::mcgizt01@pfw.edu::3f6ed8ba-e8d3-41dc-b917-f4c45d796d11" providerId="AD" clId="Web-{75A5F159-4D5D-36B7-202A-7A1166299863}" dt="2025-09-17T05:52:09.019" v="463"/>
        <pc:sldMkLst>
          <pc:docMk/>
          <pc:sldMk cId="1095488111" sldId="259"/>
        </pc:sldMkLst>
        <pc:spChg chg="mod">
          <ac:chgData name="Zachary McGill" userId="S::mcgizt01@pfw.edu::3f6ed8ba-e8d3-41dc-b917-f4c45d796d11" providerId="AD" clId="Web-{75A5F159-4D5D-36B7-202A-7A1166299863}" dt="2025-09-17T05:52:09.019" v="463"/>
          <ac:spMkLst>
            <pc:docMk/>
            <pc:sldMk cId="1095488111" sldId="259"/>
            <ac:spMk id="2" creationId="{A6D9A81F-C182-BC73-D105-02F2EC177851}"/>
          </ac:spMkLst>
        </pc:spChg>
        <pc:spChg chg="add del">
          <ac:chgData name="Zachary McGill" userId="S::mcgizt01@pfw.edu::3f6ed8ba-e8d3-41dc-b917-f4c45d796d11" providerId="AD" clId="Web-{75A5F159-4D5D-36B7-202A-7A1166299863}" dt="2025-09-17T05:52:09.019" v="463"/>
          <ac:spMkLst>
            <pc:docMk/>
            <pc:sldMk cId="1095488111" sldId="259"/>
            <ac:spMk id="4" creationId="{A3363022-C969-41E9-8EB2-E4C94908C1FA}"/>
          </ac:spMkLst>
        </pc:spChg>
        <pc:spChg chg="add del">
          <ac:chgData name="Zachary McGill" userId="S::mcgizt01@pfw.edu::3f6ed8ba-e8d3-41dc-b917-f4c45d796d11" providerId="AD" clId="Web-{75A5F159-4D5D-36B7-202A-7A1166299863}" dt="2025-09-17T04:34:06.287" v="371"/>
          <ac:spMkLst>
            <pc:docMk/>
            <pc:sldMk cId="1095488111" sldId="259"/>
            <ac:spMk id="7" creationId="{C7D023E4-8DE1-436E-9847-ED6A4B4B04FD}"/>
          </ac:spMkLst>
        </pc:spChg>
        <pc:spChg chg="add del">
          <ac:chgData name="Zachary McGill" userId="S::mcgizt01@pfw.edu::3f6ed8ba-e8d3-41dc-b917-f4c45d796d11" providerId="AD" clId="Web-{75A5F159-4D5D-36B7-202A-7A1166299863}" dt="2025-09-17T05:51:57.893" v="462"/>
          <ac:spMkLst>
            <pc:docMk/>
            <pc:sldMk cId="1095488111" sldId="259"/>
            <ac:spMk id="11" creationId="{8D1AD6B3-BE88-4CEB-BA17-790657CC4729}"/>
          </ac:spMkLst>
        </pc:spChg>
        <pc:spChg chg="add">
          <ac:chgData name="Zachary McGill" userId="S::mcgizt01@pfw.edu::3f6ed8ba-e8d3-41dc-b917-f4c45d796d11" providerId="AD" clId="Web-{75A5F159-4D5D-36B7-202A-7A1166299863}" dt="2025-09-17T05:52:09.019" v="463"/>
          <ac:spMkLst>
            <pc:docMk/>
            <pc:sldMk cId="1095488111" sldId="259"/>
            <ac:spMk id="21" creationId="{19D32F93-50AC-4C46-A5DB-291C60DDB7BD}"/>
          </ac:spMkLst>
        </pc:spChg>
        <pc:spChg chg="add">
          <ac:chgData name="Zachary McGill" userId="S::mcgizt01@pfw.edu::3f6ed8ba-e8d3-41dc-b917-f4c45d796d11" providerId="AD" clId="Web-{75A5F159-4D5D-36B7-202A-7A1166299863}" dt="2025-09-17T05:52:09.019" v="463"/>
          <ac:spMkLst>
            <pc:docMk/>
            <pc:sldMk cId="1095488111" sldId="259"/>
            <ac:spMk id="23" creationId="{827DC2C4-B485-428A-BF4A-472D2967F47F}"/>
          </ac:spMkLst>
        </pc:spChg>
        <pc:spChg chg="add">
          <ac:chgData name="Zachary McGill" userId="S::mcgizt01@pfw.edu::3f6ed8ba-e8d3-41dc-b917-f4c45d796d11" providerId="AD" clId="Web-{75A5F159-4D5D-36B7-202A-7A1166299863}" dt="2025-09-17T05:52:09.019" v="463"/>
          <ac:spMkLst>
            <pc:docMk/>
            <pc:sldMk cId="1095488111" sldId="259"/>
            <ac:spMk id="25" creationId="{EE04B5EB-F158-4507-90DD-BD23620C7CC9}"/>
          </ac:spMkLst>
        </pc:spChg>
        <pc:grpChg chg="add del">
          <ac:chgData name="Zachary McGill" userId="S::mcgizt01@pfw.edu::3f6ed8ba-e8d3-41dc-b917-f4c45d796d11" providerId="AD" clId="Web-{75A5F159-4D5D-36B7-202A-7A1166299863}" dt="2025-09-17T05:52:09.019" v="463"/>
          <ac:grpSpMkLst>
            <pc:docMk/>
            <pc:sldMk cId="1095488111" sldId="259"/>
            <ac:grpSpMk id="5" creationId="{89D1390B-7E13-4B4F-9CB2-391063412E54}"/>
          </ac:grpSpMkLst>
        </pc:grpChg>
        <pc:grpChg chg="add del">
          <ac:chgData name="Zachary McGill" userId="S::mcgizt01@pfw.edu::3f6ed8ba-e8d3-41dc-b917-f4c45d796d11" providerId="AD" clId="Web-{75A5F159-4D5D-36B7-202A-7A1166299863}" dt="2025-09-17T04:34:06.287" v="371"/>
          <ac:grpSpMkLst>
            <pc:docMk/>
            <pc:sldMk cId="1095488111" sldId="259"/>
            <ac:grpSpMk id="9" creationId="{1FEC590B-3306-47E9-BD67-97F3F76169A4}"/>
          </ac:grpSpMkLst>
        </pc:grpChg>
        <pc:grpChg chg="add del">
          <ac:chgData name="Zachary McGill" userId="S::mcgizt01@pfw.edu::3f6ed8ba-e8d3-41dc-b917-f4c45d796d11" providerId="AD" clId="Web-{75A5F159-4D5D-36B7-202A-7A1166299863}" dt="2025-09-17T04:34:06.287" v="371"/>
          <ac:grpSpMkLst>
            <pc:docMk/>
            <pc:sldMk cId="1095488111" sldId="259"/>
            <ac:grpSpMk id="13" creationId="{A47AAF5E-1692-48C9-98FB-6432BF0BC4F7}"/>
          </ac:grpSpMkLst>
        </pc:grpChg>
        <pc:picChg chg="add mod">
          <ac:chgData name="Zachary McGill" userId="S::mcgizt01@pfw.edu::3f6ed8ba-e8d3-41dc-b917-f4c45d796d11" providerId="AD" clId="Web-{75A5F159-4D5D-36B7-202A-7A1166299863}" dt="2025-09-17T05:52:09.019" v="463"/>
          <ac:picMkLst>
            <pc:docMk/>
            <pc:sldMk cId="1095488111" sldId="259"/>
            <ac:picMk id="6" creationId="{7CB2A3DC-4FF2-832E-1884-69912F1A971B}"/>
          </ac:picMkLst>
        </pc:picChg>
      </pc:sldChg>
      <pc:sldChg chg="addSp modSp mod setBg modNotes">
        <pc:chgData name="Zachary McGill" userId="S::mcgizt01@pfw.edu::3f6ed8ba-e8d3-41dc-b917-f4c45d796d11" providerId="AD" clId="Web-{75A5F159-4D5D-36B7-202A-7A1166299863}" dt="2025-09-17T05:53:41.136" v="476"/>
        <pc:sldMkLst>
          <pc:docMk/>
          <pc:sldMk cId="2204209516" sldId="260"/>
        </pc:sldMkLst>
        <pc:spChg chg="mod">
          <ac:chgData name="Zachary McGill" userId="S::mcgizt01@pfw.edu::3f6ed8ba-e8d3-41dc-b917-f4c45d796d11" providerId="AD" clId="Web-{75A5F159-4D5D-36B7-202A-7A1166299863}" dt="2025-09-17T05:53:41.136" v="476"/>
          <ac:spMkLst>
            <pc:docMk/>
            <pc:sldMk cId="2204209516" sldId="260"/>
            <ac:spMk id="2" creationId="{A0370E17-3D4B-5D8C-981B-46BA39BFC447}"/>
          </ac:spMkLst>
        </pc:spChg>
        <pc:spChg chg="add">
          <ac:chgData name="Zachary McGill" userId="S::mcgizt01@pfw.edu::3f6ed8ba-e8d3-41dc-b917-f4c45d796d11" providerId="AD" clId="Web-{75A5F159-4D5D-36B7-202A-7A1166299863}" dt="2025-09-17T05:53:41.136" v="476"/>
          <ac:spMkLst>
            <pc:docMk/>
            <pc:sldMk cId="2204209516" sldId="260"/>
            <ac:spMk id="7" creationId="{1A3C89F8-0D2F-47FF-B903-151248265F47}"/>
          </ac:spMkLst>
        </pc:spChg>
        <pc:spChg chg="add">
          <ac:chgData name="Zachary McGill" userId="S::mcgizt01@pfw.edu::3f6ed8ba-e8d3-41dc-b917-f4c45d796d11" providerId="AD" clId="Web-{75A5F159-4D5D-36B7-202A-7A1166299863}" dt="2025-09-17T05:53:41.136" v="476"/>
          <ac:spMkLst>
            <pc:docMk/>
            <pc:sldMk cId="2204209516" sldId="260"/>
            <ac:spMk id="9" creationId="{C5CB530E-515E-412C-9DF1-5F8FFBD6F383}"/>
          </ac:spMkLst>
        </pc:spChg>
        <pc:spChg chg="add">
          <ac:chgData name="Zachary McGill" userId="S::mcgizt01@pfw.edu::3f6ed8ba-e8d3-41dc-b917-f4c45d796d11" providerId="AD" clId="Web-{75A5F159-4D5D-36B7-202A-7A1166299863}" dt="2025-09-17T05:53:41.136" v="476"/>
          <ac:spMkLst>
            <pc:docMk/>
            <pc:sldMk cId="2204209516" sldId="260"/>
            <ac:spMk id="11" creationId="{712D4376-A578-4FF1-94FC-245E7A6A489F}"/>
          </ac:spMkLst>
        </pc:spChg>
        <pc:spChg chg="add">
          <ac:chgData name="Zachary McGill" userId="S::mcgizt01@pfw.edu::3f6ed8ba-e8d3-41dc-b917-f4c45d796d11" providerId="AD" clId="Web-{75A5F159-4D5D-36B7-202A-7A1166299863}" dt="2025-09-17T05:53:41.136" v="476"/>
          <ac:spMkLst>
            <pc:docMk/>
            <pc:sldMk cId="2204209516" sldId="260"/>
            <ac:spMk id="13" creationId="{AEA7509D-F04F-40CB-A0B3-EEF16499CC9F}"/>
          </ac:spMkLst>
        </pc:spChg>
        <pc:spChg chg="add">
          <ac:chgData name="Zachary McGill" userId="S::mcgizt01@pfw.edu::3f6ed8ba-e8d3-41dc-b917-f4c45d796d11" providerId="AD" clId="Web-{75A5F159-4D5D-36B7-202A-7A1166299863}" dt="2025-09-17T05:53:41.136" v="476"/>
          <ac:spMkLst>
            <pc:docMk/>
            <pc:sldMk cId="2204209516" sldId="260"/>
            <ac:spMk id="17" creationId="{508BEF50-7B1E-49A4-BC19-5F4F1D755E64}"/>
          </ac:spMkLst>
        </pc:spChg>
        <pc:spChg chg="add">
          <ac:chgData name="Zachary McGill" userId="S::mcgizt01@pfw.edu::3f6ed8ba-e8d3-41dc-b917-f4c45d796d11" providerId="AD" clId="Web-{75A5F159-4D5D-36B7-202A-7A1166299863}" dt="2025-09-17T05:53:41.136" v="476"/>
          <ac:spMkLst>
            <pc:docMk/>
            <pc:sldMk cId="2204209516" sldId="260"/>
            <ac:spMk id="19" creationId="{3FBAD350-5664-4811-A208-657FB882D350}"/>
          </ac:spMkLst>
        </pc:spChg>
        <pc:spChg chg="add">
          <ac:chgData name="Zachary McGill" userId="S::mcgizt01@pfw.edu::3f6ed8ba-e8d3-41dc-b917-f4c45d796d11" providerId="AD" clId="Web-{75A5F159-4D5D-36B7-202A-7A1166299863}" dt="2025-09-17T05:53:41.136" v="476"/>
          <ac:spMkLst>
            <pc:docMk/>
            <pc:sldMk cId="2204209516" sldId="260"/>
            <ac:spMk id="21" creationId="{C39ADB8F-D187-49D7-BDCF-C1B6DC727068}"/>
          </ac:spMkLst>
        </pc:spChg>
        <pc:cxnChg chg="add">
          <ac:chgData name="Zachary McGill" userId="S::mcgizt01@pfw.edu::3f6ed8ba-e8d3-41dc-b917-f4c45d796d11" providerId="AD" clId="Web-{75A5F159-4D5D-36B7-202A-7A1166299863}" dt="2025-09-17T05:53:41.136" v="476"/>
          <ac:cxnSpMkLst>
            <pc:docMk/>
            <pc:sldMk cId="2204209516" sldId="260"/>
            <ac:cxnSpMk id="15" creationId="{56020367-4FD5-4596-8E10-C5F095CD8DBF}"/>
          </ac:cxnSpMkLst>
        </pc:cxnChg>
      </pc:sldChg>
      <pc:sldChg chg="addSp delSp modSp mod setBg">
        <pc:chgData name="Zachary McGill" userId="S::mcgizt01@pfw.edu::3f6ed8ba-e8d3-41dc-b917-f4c45d796d11" providerId="AD" clId="Web-{75A5F159-4D5D-36B7-202A-7A1166299863}" dt="2025-09-17T05:50:44.369" v="458"/>
        <pc:sldMkLst>
          <pc:docMk/>
          <pc:sldMk cId="1908324367" sldId="261"/>
        </pc:sldMkLst>
        <pc:spChg chg="del">
          <ac:chgData name="Zachary McGill" userId="S::mcgizt01@pfw.edu::3f6ed8ba-e8d3-41dc-b917-f4c45d796d11" providerId="AD" clId="Web-{75A5F159-4D5D-36B7-202A-7A1166299863}" dt="2025-09-17T05:31:22.600" v="394"/>
          <ac:spMkLst>
            <pc:docMk/>
            <pc:sldMk cId="1908324367" sldId="261"/>
            <ac:spMk id="3" creationId="{8447B955-DAD2-AD90-241D-DE1B08326A08}"/>
          </ac:spMkLst>
        </pc:spChg>
        <pc:spChg chg="add del mod">
          <ac:chgData name="Zachary McGill" userId="S::mcgizt01@pfw.edu::3f6ed8ba-e8d3-41dc-b917-f4c45d796d11" providerId="AD" clId="Web-{75A5F159-4D5D-36B7-202A-7A1166299863}" dt="2025-09-17T05:44:54.716" v="397"/>
          <ac:spMkLst>
            <pc:docMk/>
            <pc:sldMk cId="1908324367" sldId="261"/>
            <ac:spMk id="4" creationId="{D50111DA-20D1-37A6-101B-7296398E6BDE}"/>
          </ac:spMkLst>
        </pc:spChg>
        <pc:spChg chg="add del mod">
          <ac:chgData name="Zachary McGill" userId="S::mcgizt01@pfw.edu::3f6ed8ba-e8d3-41dc-b917-f4c45d796d11" providerId="AD" clId="Web-{75A5F159-4D5D-36B7-202A-7A1166299863}" dt="2025-09-17T05:45:24.732" v="399"/>
          <ac:spMkLst>
            <pc:docMk/>
            <pc:sldMk cId="1908324367" sldId="261"/>
            <ac:spMk id="8" creationId="{094B1F81-0E4F-AB72-FD9B-DE5DCB54563A}"/>
          </ac:spMkLst>
        </pc:spChg>
        <pc:spChg chg="add del">
          <ac:chgData name="Zachary McGill" userId="S::mcgizt01@pfw.edu::3f6ed8ba-e8d3-41dc-b917-f4c45d796d11" providerId="AD" clId="Web-{75A5F159-4D5D-36B7-202A-7A1166299863}" dt="2025-09-17T05:46:42.687" v="406"/>
          <ac:spMkLst>
            <pc:docMk/>
            <pc:sldMk cId="1908324367" sldId="261"/>
            <ac:spMk id="15" creationId="{9E90EB45-EEE9-4563-8179-65EF62AE0978}"/>
          </ac:spMkLst>
        </pc:spChg>
        <pc:spChg chg="add del">
          <ac:chgData name="Zachary McGill" userId="S::mcgizt01@pfw.edu::3f6ed8ba-e8d3-41dc-b917-f4c45d796d11" providerId="AD" clId="Web-{75A5F159-4D5D-36B7-202A-7A1166299863}" dt="2025-09-17T05:46:05.577" v="403"/>
          <ac:spMkLst>
            <pc:docMk/>
            <pc:sldMk cId="1908324367" sldId="261"/>
            <ac:spMk id="17" creationId="{23D0EF74-AD1E-4FD9-914D-8EC9058EBBA3}"/>
          </ac:spMkLst>
        </pc:spChg>
        <pc:spChg chg="add mod ord">
          <ac:chgData name="Zachary McGill" userId="S::mcgizt01@pfw.edu::3f6ed8ba-e8d3-41dc-b917-f4c45d796d11" providerId="AD" clId="Web-{75A5F159-4D5D-36B7-202A-7A1166299863}" dt="2025-09-17T05:50:44.369" v="458"/>
          <ac:spMkLst>
            <pc:docMk/>
            <pc:sldMk cId="1908324367" sldId="261"/>
            <ac:spMk id="20" creationId="{5F9CFCE6-877F-4858-B8BD-2C52CA8AFBC4}"/>
          </ac:spMkLst>
        </pc:spChg>
        <pc:spChg chg="add mod">
          <ac:chgData name="Zachary McGill" userId="S::mcgizt01@pfw.edu::3f6ed8ba-e8d3-41dc-b917-f4c45d796d11" providerId="AD" clId="Web-{75A5F159-4D5D-36B7-202A-7A1166299863}" dt="2025-09-17T05:47:05.562" v="407"/>
          <ac:spMkLst>
            <pc:docMk/>
            <pc:sldMk cId="1908324367" sldId="261"/>
            <ac:spMk id="22" creationId="{8213F8A0-12AE-4514-8372-0DD766EC28EE}"/>
          </ac:spMkLst>
        </pc:spChg>
        <pc:spChg chg="add mod ord">
          <ac:chgData name="Zachary McGill" userId="S::mcgizt01@pfw.edu::3f6ed8ba-e8d3-41dc-b917-f4c45d796d11" providerId="AD" clId="Web-{75A5F159-4D5D-36B7-202A-7A1166299863}" dt="2025-09-17T05:50:37.790" v="457"/>
          <ac:spMkLst>
            <pc:docMk/>
            <pc:sldMk cId="1908324367" sldId="261"/>
            <ac:spMk id="24" creationId="{9EFF17D4-9A8C-4CE5-B096-D8CCD4400437}"/>
          </ac:spMkLst>
        </pc:spChg>
        <pc:picChg chg="add del mod ord">
          <ac:chgData name="Zachary McGill" userId="S::mcgizt01@pfw.edu::3f6ed8ba-e8d3-41dc-b917-f4c45d796d11" providerId="AD" clId="Web-{75A5F159-4D5D-36B7-202A-7A1166299863}" dt="2025-09-17T05:31:29.506" v="396"/>
          <ac:picMkLst>
            <pc:docMk/>
            <pc:sldMk cId="1908324367" sldId="261"/>
            <ac:picMk id="5" creationId="{3E2791E7-A6DC-B662-902D-5825606E2778}"/>
          </ac:picMkLst>
        </pc:picChg>
        <pc:picChg chg="add del mod ord">
          <ac:chgData name="Zachary McGill" userId="S::mcgizt01@pfw.edu::3f6ed8ba-e8d3-41dc-b917-f4c45d796d11" providerId="AD" clId="Web-{75A5F159-4D5D-36B7-202A-7A1166299863}" dt="2025-09-17T05:45:09.982" v="398"/>
          <ac:picMkLst>
            <pc:docMk/>
            <pc:sldMk cId="1908324367" sldId="261"/>
            <ac:picMk id="6" creationId="{53EEC847-07A8-CB46-A0FA-2C2E203694D3}"/>
          </ac:picMkLst>
        </pc:picChg>
        <pc:picChg chg="add mod ord">
          <ac:chgData name="Zachary McGill" userId="S::mcgizt01@pfw.edu::3f6ed8ba-e8d3-41dc-b917-f4c45d796d11" providerId="AD" clId="Web-{75A5F159-4D5D-36B7-202A-7A1166299863}" dt="2025-09-17T05:46:42.687" v="406"/>
          <ac:picMkLst>
            <pc:docMk/>
            <pc:sldMk cId="1908324367" sldId="261"/>
            <ac:picMk id="9" creationId="{F7329B0F-B82D-4E27-F6E1-368C6EFE968F}"/>
          </ac:picMkLst>
        </pc:picChg>
        <pc:picChg chg="add mod">
          <ac:chgData name="Zachary McGill" userId="S::mcgizt01@pfw.edu::3f6ed8ba-e8d3-41dc-b917-f4c45d796d11" providerId="AD" clId="Web-{75A5F159-4D5D-36B7-202A-7A1166299863}" dt="2025-09-17T05:46:42.687" v="406"/>
          <ac:picMkLst>
            <pc:docMk/>
            <pc:sldMk cId="1908324367" sldId="261"/>
            <ac:picMk id="10" creationId="{AC115B85-40D1-2636-DFBB-CFE08DBB1D08}"/>
          </ac:picMkLst>
        </pc:picChg>
      </pc:sldChg>
      <pc:sldChg chg="addSp delSp modSp new mod setBg modNotes">
        <pc:chgData name="Zachary McGill" userId="S::mcgizt01@pfw.edu::3f6ed8ba-e8d3-41dc-b917-f4c45d796d11" providerId="AD" clId="Web-{75A5F159-4D5D-36B7-202A-7A1166299863}" dt="2025-09-17T05:54:02.918" v="477"/>
        <pc:sldMkLst>
          <pc:docMk/>
          <pc:sldMk cId="1398836167" sldId="262"/>
        </pc:sldMkLst>
        <pc:spChg chg="mod">
          <ac:chgData name="Zachary McGill" userId="S::mcgizt01@pfw.edu::3f6ed8ba-e8d3-41dc-b917-f4c45d796d11" providerId="AD" clId="Web-{75A5F159-4D5D-36B7-202A-7A1166299863}" dt="2025-09-17T05:54:02.918" v="477"/>
          <ac:spMkLst>
            <pc:docMk/>
            <pc:sldMk cId="1398836167" sldId="262"/>
            <ac:spMk id="2" creationId="{E99584AE-A3CD-37C8-CE23-71B83DA25B5D}"/>
          </ac:spMkLst>
        </pc:spChg>
        <pc:spChg chg="del">
          <ac:chgData name="Zachary McGill" userId="S::mcgizt01@pfw.edu::3f6ed8ba-e8d3-41dc-b917-f4c45d796d11" providerId="AD" clId="Web-{75A5F159-4D5D-36B7-202A-7A1166299863}" dt="2025-09-17T04:13:55.097" v="114"/>
          <ac:spMkLst>
            <pc:docMk/>
            <pc:sldMk cId="1398836167" sldId="262"/>
            <ac:spMk id="3" creationId="{157010AE-F94A-FFFF-EF47-5FA212B8CF56}"/>
          </ac:spMkLst>
        </pc:spChg>
        <pc:spChg chg="add">
          <ac:chgData name="Zachary McGill" userId="S::mcgizt01@pfw.edu::3f6ed8ba-e8d3-41dc-b917-f4c45d796d11" providerId="AD" clId="Web-{75A5F159-4D5D-36B7-202A-7A1166299863}" dt="2025-09-17T05:54:02.918" v="477"/>
          <ac:spMkLst>
            <pc:docMk/>
            <pc:sldMk cId="1398836167" sldId="262"/>
            <ac:spMk id="7" creationId="{4522B21E-B2B9-4C72-9A71-C87EFD137480}"/>
          </ac:spMkLst>
        </pc:spChg>
        <pc:spChg chg="add">
          <ac:chgData name="Zachary McGill" userId="S::mcgizt01@pfw.edu::3f6ed8ba-e8d3-41dc-b917-f4c45d796d11" providerId="AD" clId="Web-{75A5F159-4D5D-36B7-202A-7A1166299863}" dt="2025-09-17T05:54:02.918" v="477"/>
          <ac:spMkLst>
            <pc:docMk/>
            <pc:sldMk cId="1398836167" sldId="262"/>
            <ac:spMk id="9" creationId="{5EB7D2A2-F448-44D4-938C-DC84CBCB3B1E}"/>
          </ac:spMkLst>
        </pc:spChg>
        <pc:spChg chg="add">
          <ac:chgData name="Zachary McGill" userId="S::mcgizt01@pfw.edu::3f6ed8ba-e8d3-41dc-b917-f4c45d796d11" providerId="AD" clId="Web-{75A5F159-4D5D-36B7-202A-7A1166299863}" dt="2025-09-17T05:54:02.918" v="477"/>
          <ac:spMkLst>
            <pc:docMk/>
            <pc:sldMk cId="1398836167" sldId="262"/>
            <ac:spMk id="11" creationId="{871AEA07-1E14-44B4-8E55-64EF049CD66F}"/>
          </ac:spMkLst>
        </pc:spChg>
        <pc:cxnChg chg="add">
          <ac:chgData name="Zachary McGill" userId="S::mcgizt01@pfw.edu::3f6ed8ba-e8d3-41dc-b917-f4c45d796d11" providerId="AD" clId="Web-{75A5F159-4D5D-36B7-202A-7A1166299863}" dt="2025-09-17T05:54:02.918" v="477"/>
          <ac:cxnSpMkLst>
            <pc:docMk/>
            <pc:sldMk cId="1398836167" sldId="262"/>
            <ac:cxnSpMk id="13" creationId="{F7C8EA93-3210-4C62-99E9-153C275E3A87}"/>
          </ac:cxnSpMkLst>
        </pc:cxnChg>
      </pc:sldChg>
      <pc:sldChg chg="del">
        <pc:chgData name="Zachary McGill" userId="S::mcgizt01@pfw.edu::3f6ed8ba-e8d3-41dc-b917-f4c45d796d11" providerId="AD" clId="Web-{75A5F159-4D5D-36B7-202A-7A1166299863}" dt="2025-09-17T04:11:18.962" v="0"/>
        <pc:sldMkLst>
          <pc:docMk/>
          <pc:sldMk cId="2669990842" sldId="2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28468F-9398-4B75-B435-33F16004E59B}" type="datetimeFigureOut">
              <a:t>9/17/2025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DAC699-DEB1-46F1-99E4-122D46AB8F67}" type="slidenum">
              <a:t>‹#›</a:t>
            </a:fld>
            <a:endParaRPr lang="en-US"/>
          </a:p>
        </p:txBody>
      </p:sp>
    </p:spTree>
    <p:extLst>
      <p:ext uri="{BB962C8B-B14F-4D97-AF65-F5344CB8AC3E}">
        <p14:creationId xmlns:p14="http://schemas.microsoft.com/office/powerpoint/2010/main" val="1938995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Web based application that selects music for the church based on sermon context and instrument selection available for the day.</a:t>
            </a:r>
          </a:p>
        </p:txBody>
      </p:sp>
      <p:sp>
        <p:nvSpPr>
          <p:cNvPr id="4" name="Slide Number Placeholder 3"/>
          <p:cNvSpPr>
            <a:spLocks noGrp="1"/>
          </p:cNvSpPr>
          <p:nvPr>
            <p:ph type="sldNum" sz="quarter" idx="5"/>
          </p:nvPr>
        </p:nvSpPr>
        <p:spPr/>
        <p:txBody>
          <a:bodyPr/>
          <a:lstStyle/>
          <a:p>
            <a:fld id="{B3DAC699-DEB1-46F1-99E4-122D46AB8F67}" type="slidenum">
              <a:rPr lang="en-US"/>
              <a:t>2</a:t>
            </a:fld>
            <a:endParaRPr lang="en-US"/>
          </a:p>
        </p:txBody>
      </p:sp>
    </p:spTree>
    <p:extLst>
      <p:ext uri="{BB962C8B-B14F-4D97-AF65-F5344CB8AC3E}">
        <p14:creationId xmlns:p14="http://schemas.microsoft.com/office/powerpoint/2010/main" val="3501082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We choose our sponsor and asked them questions to find a problem they have that we could help solve.</a:t>
            </a:r>
          </a:p>
        </p:txBody>
      </p:sp>
      <p:sp>
        <p:nvSpPr>
          <p:cNvPr id="4" name="Slide Number Placeholder 3"/>
          <p:cNvSpPr>
            <a:spLocks noGrp="1"/>
          </p:cNvSpPr>
          <p:nvPr>
            <p:ph type="sldNum" sz="quarter" idx="5"/>
          </p:nvPr>
        </p:nvSpPr>
        <p:spPr/>
        <p:txBody>
          <a:bodyPr/>
          <a:lstStyle/>
          <a:p>
            <a:fld id="{B3DAC699-DEB1-46F1-99E4-122D46AB8F67}" type="slidenum">
              <a:t>3</a:t>
            </a:fld>
            <a:endParaRPr lang="en-US"/>
          </a:p>
        </p:txBody>
      </p:sp>
    </p:spTree>
    <p:extLst>
      <p:ext uri="{BB962C8B-B14F-4D97-AF65-F5344CB8AC3E}">
        <p14:creationId xmlns:p14="http://schemas.microsoft.com/office/powerpoint/2010/main" val="42349247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Talk about the impact it can make on the community around us by providing better music selection and frees up large amounts of time that the worship group normally spends selecting music.</a:t>
            </a:r>
          </a:p>
        </p:txBody>
      </p:sp>
      <p:sp>
        <p:nvSpPr>
          <p:cNvPr id="4" name="Slide Number Placeholder 3"/>
          <p:cNvSpPr>
            <a:spLocks noGrp="1"/>
          </p:cNvSpPr>
          <p:nvPr>
            <p:ph type="sldNum" sz="quarter" idx="5"/>
          </p:nvPr>
        </p:nvSpPr>
        <p:spPr/>
        <p:txBody>
          <a:bodyPr/>
          <a:lstStyle/>
          <a:p>
            <a:fld id="{B3DAC699-DEB1-46F1-99E4-122D46AB8F67}" type="slidenum">
              <a:rPr lang="en-US"/>
              <a:t>4</a:t>
            </a:fld>
            <a:endParaRPr lang="en-US"/>
          </a:p>
        </p:txBody>
      </p:sp>
    </p:spTree>
    <p:extLst>
      <p:ext uri="{BB962C8B-B14F-4D97-AF65-F5344CB8AC3E}">
        <p14:creationId xmlns:p14="http://schemas.microsoft.com/office/powerpoint/2010/main" val="2938285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Just go to next slide</a:t>
            </a:r>
            <a:endParaRPr lang="en-US" dirty="0"/>
          </a:p>
        </p:txBody>
      </p:sp>
      <p:sp>
        <p:nvSpPr>
          <p:cNvPr id="4" name="Slide Number Placeholder 3"/>
          <p:cNvSpPr>
            <a:spLocks noGrp="1"/>
          </p:cNvSpPr>
          <p:nvPr>
            <p:ph type="sldNum" sz="quarter" idx="5"/>
          </p:nvPr>
        </p:nvSpPr>
        <p:spPr/>
        <p:txBody>
          <a:bodyPr/>
          <a:lstStyle/>
          <a:p>
            <a:fld id="{B3DAC699-DEB1-46F1-99E4-122D46AB8F67}" type="slidenum">
              <a:rPr lang="en-US"/>
              <a:t>5</a:t>
            </a:fld>
            <a:endParaRPr lang="en-US"/>
          </a:p>
        </p:txBody>
      </p:sp>
    </p:spTree>
    <p:extLst>
      <p:ext uri="{BB962C8B-B14F-4D97-AF65-F5344CB8AC3E}">
        <p14:creationId xmlns:p14="http://schemas.microsoft.com/office/powerpoint/2010/main" val="6878541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Go into detail on challenges related to Supervised learning for this project.</a:t>
            </a:r>
          </a:p>
        </p:txBody>
      </p:sp>
      <p:sp>
        <p:nvSpPr>
          <p:cNvPr id="4" name="Slide Number Placeholder 3"/>
          <p:cNvSpPr>
            <a:spLocks noGrp="1"/>
          </p:cNvSpPr>
          <p:nvPr>
            <p:ph type="sldNum" sz="quarter" idx="5"/>
          </p:nvPr>
        </p:nvSpPr>
        <p:spPr/>
        <p:txBody>
          <a:bodyPr/>
          <a:lstStyle/>
          <a:p>
            <a:fld id="{B3DAC699-DEB1-46F1-99E4-122D46AB8F67}" type="slidenum">
              <a:rPr lang="en-US"/>
              <a:t>7</a:t>
            </a:fld>
            <a:endParaRPr lang="en-US"/>
          </a:p>
        </p:txBody>
      </p:sp>
    </p:spTree>
    <p:extLst>
      <p:ext uri="{BB962C8B-B14F-4D97-AF65-F5344CB8AC3E}">
        <p14:creationId xmlns:p14="http://schemas.microsoft.com/office/powerpoint/2010/main" val="2343698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9/17/2025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9/17/2025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sp>
      <p:sp>
        <p:nvSpPr>
          <p:cNvPr id="3" name="Shape 1"/>
          <p:cNvSpPr/>
          <p:nvPr/>
        </p:nvSpPr>
        <p:spPr>
          <a:xfrm>
            <a:off x="0" y="0"/>
            <a:ext cx="12192000" cy="68580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0120379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DF1F8"/>
          </a:solidFill>
          <a:ln/>
        </p:spPr>
      </p:sp>
      <p:sp>
        <p:nvSpPr>
          <p:cNvPr id="3" name="Shape 1"/>
          <p:cNvSpPr/>
          <p:nvPr/>
        </p:nvSpPr>
        <p:spPr>
          <a:xfrm>
            <a:off x="0" y="0"/>
            <a:ext cx="12192000" cy="68580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356641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9/17/2025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window with a light in the background&#10;&#10;AI-generated content may be incorrect.">
            <a:extLst>
              <a:ext uri="{FF2B5EF4-FFF2-40B4-BE49-F238E27FC236}">
                <a16:creationId xmlns:a16="http://schemas.microsoft.com/office/drawing/2014/main" id="{CEC6179B-4861-6678-38E2-0686C3EE34B0}"/>
              </a:ext>
            </a:extLst>
          </p:cNvPr>
          <p:cNvPicPr>
            <a:picLocks noChangeAspect="1"/>
          </p:cNvPicPr>
          <p:nvPr/>
        </p:nvPicPr>
        <p:blipFill>
          <a:blip r:embed="rId2">
            <a:alphaModFix amt="50000"/>
            <a:extLst>
              <a:ext uri="{BEBA8EAE-BF5A-486C-A8C5-ECC9F3942E4B}">
                <a14:imgProps xmlns:a14="http://schemas.microsoft.com/office/drawing/2010/main">
                  <a14:imgLayer r:embed="rId3">
                    <a14:imgEffect>
                      <a14:saturation sat="99000"/>
                    </a14:imgEffect>
                    <a14:imgEffect>
                      <a14:brightnessContrast bright="34000" contrast="3000"/>
                    </a14:imgEffect>
                  </a14:imgLayer>
                </a14:imgProps>
              </a:ext>
            </a:extLst>
          </a:blip>
          <a:srcRect t="31542" b="12208"/>
          <a:stretch>
            <a:fillRect/>
          </a:stretch>
        </p:blipFill>
        <p:spPr>
          <a:xfrm>
            <a:off x="20" y="1"/>
            <a:ext cx="12191980" cy="6857999"/>
          </a:xfrm>
          <a:prstGeom prst="rect">
            <a:avLst/>
          </a:prstGeom>
          <a:effectLst/>
        </p:spPr>
      </p:pic>
      <p:sp>
        <p:nvSpPr>
          <p:cNvPr id="2" name="Title 1"/>
          <p:cNvSpPr>
            <a:spLocks noGrp="1"/>
          </p:cNvSpPr>
          <p:nvPr>
            <p:ph type="ctrTitle"/>
          </p:nvPr>
        </p:nvSpPr>
        <p:spPr>
          <a:xfrm>
            <a:off x="1524000" y="1122362"/>
            <a:ext cx="9144000" cy="2900518"/>
          </a:xfrm>
        </p:spPr>
        <p:txBody>
          <a:bodyPr>
            <a:normAutofit/>
          </a:bodyPr>
          <a:lstStyle/>
          <a:p>
            <a:r>
              <a:rPr lang="en-US">
                <a:solidFill>
                  <a:srgbClr val="FFFFFF"/>
                </a:solidFill>
                <a:ea typeface="+mj-lt"/>
                <a:cs typeface="+mj-lt"/>
              </a:rPr>
              <a:t>Worship Flow</a:t>
            </a:r>
            <a:endParaRPr lang="en-US">
              <a:solidFill>
                <a:srgbClr val="FFFFFF"/>
              </a:solidFill>
            </a:endParaRPr>
          </a:p>
        </p:txBody>
      </p:sp>
      <p:sp>
        <p:nvSpPr>
          <p:cNvPr id="3" name="Subtitle 2"/>
          <p:cNvSpPr>
            <a:spLocks noGrp="1"/>
          </p:cNvSpPr>
          <p:nvPr>
            <p:ph type="subTitle" idx="1"/>
          </p:nvPr>
        </p:nvSpPr>
        <p:spPr>
          <a:xfrm>
            <a:off x="1524000" y="4159404"/>
            <a:ext cx="9144000" cy="1098395"/>
          </a:xfrm>
        </p:spPr>
        <p:txBody>
          <a:bodyPr vert="horz" lIns="91440" tIns="45720" rIns="91440" bIns="45720" rtlCol="0">
            <a:normAutofit/>
          </a:bodyPr>
          <a:lstStyle/>
          <a:p>
            <a:r>
              <a:rPr lang="en-US">
                <a:solidFill>
                  <a:srgbClr val="FFFFFF"/>
                </a:solidFill>
              </a:rPr>
              <a:t>Presented By:</a:t>
            </a:r>
          </a:p>
          <a:p>
            <a:r>
              <a:rPr lang="en-US">
                <a:solidFill>
                  <a:srgbClr val="FFFFFF"/>
                </a:solidFill>
              </a:rPr>
              <a:t> Zachary McGill, Ashwin Raikar, </a:t>
            </a:r>
            <a:r>
              <a:rPr lang="en-US">
                <a:solidFill>
                  <a:srgbClr val="FFFFFF"/>
                </a:solidFill>
                <a:ea typeface="+mn-lt"/>
                <a:cs typeface="+mn-lt"/>
              </a:rPr>
              <a:t>Debasmita Biswas</a:t>
            </a:r>
            <a:endParaRPr lang="en-US">
              <a:solidFill>
                <a:srgbClr val="FFFFFF"/>
              </a:solidFill>
            </a:endParaRP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D9A81F-C182-BC73-D105-02F2EC177851}"/>
              </a:ext>
            </a:extLst>
          </p:cNvPr>
          <p:cNvSpPr>
            <a:spLocks noGrp="1"/>
          </p:cNvSpPr>
          <p:nvPr>
            <p:ph type="title"/>
          </p:nvPr>
        </p:nvSpPr>
        <p:spPr>
          <a:xfrm>
            <a:off x="965200" y="1383528"/>
            <a:ext cx="5925989" cy="3167510"/>
          </a:xfrm>
        </p:spPr>
        <p:txBody>
          <a:bodyPr vert="horz" lIns="91440" tIns="45720" rIns="91440" bIns="45720" rtlCol="0" anchor="b">
            <a:normAutofit/>
          </a:bodyPr>
          <a:lstStyle/>
          <a:p>
            <a:pPr algn="r"/>
            <a:r>
              <a:rPr lang="en-US" sz="7400" kern="1200">
                <a:solidFill>
                  <a:schemeClr val="tx1"/>
                </a:solidFill>
                <a:latin typeface="+mj-lt"/>
                <a:ea typeface="+mj-ea"/>
                <a:cs typeface="+mj-cs"/>
              </a:rPr>
              <a:t>What is Worship Flow?</a:t>
            </a:r>
          </a:p>
        </p:txBody>
      </p:sp>
      <p:pic>
        <p:nvPicPr>
          <p:cNvPr id="6" name="Graphic 5" descr="Conductor">
            <a:extLst>
              <a:ext uri="{FF2B5EF4-FFF2-40B4-BE49-F238E27FC236}">
                <a16:creationId xmlns:a16="http://schemas.microsoft.com/office/drawing/2014/main" id="{7CB2A3DC-4FF2-832E-1884-69912F1A97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99140" y="2209474"/>
            <a:ext cx="2489416" cy="2489416"/>
          </a:xfrm>
          <a:prstGeom prst="rect">
            <a:avLst/>
          </a:prstGeom>
        </p:spPr>
      </p:pic>
    </p:spTree>
    <p:extLst>
      <p:ext uri="{BB962C8B-B14F-4D97-AF65-F5344CB8AC3E}">
        <p14:creationId xmlns:p14="http://schemas.microsoft.com/office/powerpoint/2010/main" val="1095488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Shape 52">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C897A30-058A-BFDA-9897-B7F390326AB0}"/>
              </a:ext>
            </a:extLst>
          </p:cNvPr>
          <p:cNvSpPr>
            <a:spLocks noGrp="1"/>
          </p:cNvSpPr>
          <p:nvPr>
            <p:ph type="title"/>
          </p:nvPr>
        </p:nvSpPr>
        <p:spPr>
          <a:xfrm>
            <a:off x="2555631" y="1441938"/>
            <a:ext cx="7080738" cy="3974124"/>
          </a:xfrm>
        </p:spPr>
        <p:txBody>
          <a:bodyPr vert="horz" lIns="91440" tIns="45720" rIns="91440" bIns="45720" rtlCol="0" anchor="ctr">
            <a:normAutofit/>
          </a:bodyPr>
          <a:lstStyle/>
          <a:p>
            <a:pPr algn="ctr"/>
            <a:r>
              <a:rPr lang="en-US" sz="5400">
                <a:solidFill>
                  <a:schemeClr val="bg1">
                    <a:lumMod val="95000"/>
                    <a:lumOff val="5000"/>
                  </a:schemeClr>
                </a:solidFill>
              </a:rPr>
              <a:t>Why Choose This Topic? </a:t>
            </a:r>
          </a:p>
        </p:txBody>
      </p:sp>
    </p:spTree>
    <p:extLst>
      <p:ext uri="{BB962C8B-B14F-4D97-AF65-F5344CB8AC3E}">
        <p14:creationId xmlns:p14="http://schemas.microsoft.com/office/powerpoint/2010/main" val="2416507590"/>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lose up image of hands applauding">
            <a:extLst>
              <a:ext uri="{FF2B5EF4-FFF2-40B4-BE49-F238E27FC236}">
                <a16:creationId xmlns:a16="http://schemas.microsoft.com/office/drawing/2014/main" id="{47A50BEE-B8ED-36F6-B2E1-32017515EFC6}"/>
              </a:ext>
            </a:extLst>
          </p:cNvPr>
          <p:cNvPicPr>
            <a:picLocks noChangeAspect="1"/>
          </p:cNvPicPr>
          <p:nvPr/>
        </p:nvPicPr>
        <p:blipFill>
          <a:blip r:embed="rId3"/>
          <a:srcRect r="-2" b="15726"/>
          <a:stretch>
            <a:fillRect/>
          </a:stretch>
        </p:blipFill>
        <p:spPr>
          <a:xfrm>
            <a:off x="20" y="10"/>
            <a:ext cx="12191980" cy="6857990"/>
          </a:xfrm>
          <a:prstGeom prst="rect">
            <a:avLst/>
          </a:prstGeom>
        </p:spPr>
      </p:pic>
      <p:sp useBgFill="1">
        <p:nvSpPr>
          <p:cNvPr id="8" name="Rectangle 7">
            <a:extLst>
              <a:ext uri="{FF2B5EF4-FFF2-40B4-BE49-F238E27FC236}">
                <a16:creationId xmlns:a16="http://schemas.microsoft.com/office/drawing/2014/main" id="{8870DEF6-46A2-D4F8-8BE6-91165D93E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83934" y="1860919"/>
            <a:ext cx="4975280" cy="310864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AC2B61-580B-B2F2-4A97-1F57D4B37D43}"/>
              </a:ext>
            </a:extLst>
          </p:cNvPr>
          <p:cNvSpPr>
            <a:spLocks noGrp="1"/>
          </p:cNvSpPr>
          <p:nvPr>
            <p:ph type="title"/>
          </p:nvPr>
        </p:nvSpPr>
        <p:spPr>
          <a:xfrm>
            <a:off x="2090528" y="2299176"/>
            <a:ext cx="4131368" cy="1571164"/>
          </a:xfrm>
        </p:spPr>
        <p:txBody>
          <a:bodyPr vert="horz" lIns="91440" tIns="45720" rIns="91440" bIns="45720" rtlCol="0" anchor="t">
            <a:normAutofit/>
          </a:bodyPr>
          <a:lstStyle/>
          <a:p>
            <a:r>
              <a:rPr lang="en-US" sz="3600"/>
              <a:t>Why is Worship Flow Useful? </a:t>
            </a:r>
          </a:p>
        </p:txBody>
      </p:sp>
      <p:cxnSp>
        <p:nvCxnSpPr>
          <p:cNvPr id="10" name="Straight Connector 9">
            <a:extLst>
              <a:ext uri="{FF2B5EF4-FFF2-40B4-BE49-F238E27FC236}">
                <a16:creationId xmlns:a16="http://schemas.microsoft.com/office/drawing/2014/main" id="{522632D6-DED9-FDEC-FD9F-09FF0A4544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3170" y="403477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9289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3D19FB-4B55-47A9-FE12-A1B1891ED52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0370E17-3D4B-5D8C-981B-46BA39BFC447}"/>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8000" kern="1200">
                <a:solidFill>
                  <a:srgbClr val="FFFFFF"/>
                </a:solidFill>
                <a:latin typeface="+mj-lt"/>
                <a:ea typeface="+mj-ea"/>
                <a:cs typeface="+mj-cs"/>
              </a:rPr>
              <a:t>What does the End Product Look Like? </a:t>
            </a:r>
          </a:p>
        </p:txBody>
      </p:sp>
      <p:sp>
        <p:nvSpPr>
          <p:cNvPr id="9"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1"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3"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5" name="Straight Connector 1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7"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19"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1"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2204209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F9CFCE6-877F-4858-B8BD-2C52CA8AFB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0"/>
            <a:ext cx="1225296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EFF17D4-9A8C-4CE5-B096-D8CCD440043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77012" y="480060"/>
            <a:ext cx="6042616" cy="58978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213F8A0-12AE-4514-8372-0DD766EC2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6866" y="480060"/>
            <a:ext cx="5458122" cy="58978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screenshot of a phone&#10;&#10;AI-generated content may be incorrect.">
            <a:extLst>
              <a:ext uri="{FF2B5EF4-FFF2-40B4-BE49-F238E27FC236}">
                <a16:creationId xmlns:a16="http://schemas.microsoft.com/office/drawing/2014/main" id="{AC115B85-40D1-2636-DFBB-CFE08DBB1D08}"/>
              </a:ext>
            </a:extLst>
          </p:cNvPr>
          <p:cNvPicPr>
            <a:picLocks noChangeAspect="1"/>
          </p:cNvPicPr>
          <p:nvPr/>
        </p:nvPicPr>
        <p:blipFill>
          <a:blip r:embed="rId2"/>
          <a:stretch>
            <a:fillRect/>
          </a:stretch>
        </p:blipFill>
        <p:spPr>
          <a:xfrm>
            <a:off x="7711546" y="643467"/>
            <a:ext cx="2548762" cy="5571066"/>
          </a:xfrm>
          <a:prstGeom prst="rect">
            <a:avLst/>
          </a:prstGeom>
        </p:spPr>
      </p:pic>
      <p:pic>
        <p:nvPicPr>
          <p:cNvPr id="9" name="Content Placeholder 8" descr="A screen shot of a phone&#10;&#10;AI-generated content may be incorrect.">
            <a:extLst>
              <a:ext uri="{FF2B5EF4-FFF2-40B4-BE49-F238E27FC236}">
                <a16:creationId xmlns:a16="http://schemas.microsoft.com/office/drawing/2014/main" id="{F7329B0F-B82D-4E27-F6E1-368C6EFE968F}"/>
              </a:ext>
            </a:extLst>
          </p:cNvPr>
          <p:cNvPicPr>
            <a:picLocks noGrp="1" noChangeAspect="1"/>
          </p:cNvPicPr>
          <p:nvPr>
            <p:ph idx="1"/>
          </p:nvPr>
        </p:nvPicPr>
        <p:blipFill>
          <a:blip r:embed="rId3"/>
          <a:stretch>
            <a:fillRect/>
          </a:stretch>
        </p:blipFill>
        <p:spPr>
          <a:xfrm>
            <a:off x="1917763" y="643467"/>
            <a:ext cx="2576617" cy="5571066"/>
          </a:xfrm>
          <a:prstGeom prst="rect">
            <a:avLst/>
          </a:prstGeom>
        </p:spPr>
      </p:pic>
    </p:spTree>
    <p:extLst>
      <p:ext uri="{BB962C8B-B14F-4D97-AF65-F5344CB8AC3E}">
        <p14:creationId xmlns:p14="http://schemas.microsoft.com/office/powerpoint/2010/main" val="1908324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2000" cy="6858000"/>
          </a:xfrm>
          <a:prstGeom prst="rect">
            <a:avLst/>
          </a:prstGeom>
        </p:spPr>
      </p:pic>
      <p:sp>
        <p:nvSpPr>
          <p:cNvPr id="3" name="Text 0"/>
          <p:cNvSpPr/>
          <p:nvPr/>
        </p:nvSpPr>
        <p:spPr>
          <a:xfrm>
            <a:off x="5191621" y="770632"/>
            <a:ext cx="4426347" cy="553244"/>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4333"/>
              </a:lnSpc>
              <a:buNone/>
            </a:pPr>
            <a:r>
              <a:rPr lang="en-US" sz="3458" dirty="0">
                <a:solidFill>
                  <a:srgbClr val="3257B8"/>
                </a:solidFill>
                <a:latin typeface="Roboto Slab" pitchFamily="34" charset="0"/>
                <a:ea typeface="Roboto Slab" pitchFamily="34" charset="-122"/>
                <a:cs typeface="Roboto Slab" pitchFamily="34" charset="-120"/>
              </a:rPr>
              <a:t>Evaluation</a:t>
            </a:r>
            <a:endParaRPr lang="en-US" sz="3458" dirty="0"/>
          </a:p>
        </p:txBody>
      </p:sp>
      <p:sp>
        <p:nvSpPr>
          <p:cNvPr id="4" name="Text 1"/>
          <p:cNvSpPr/>
          <p:nvPr/>
        </p:nvSpPr>
        <p:spPr>
          <a:xfrm>
            <a:off x="5191621" y="1589385"/>
            <a:ext cx="6380758" cy="566341"/>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08"/>
              </a:lnSpc>
              <a:buNone/>
            </a:pPr>
            <a:r>
              <a:rPr lang="en-US" sz="1375" dirty="0">
                <a:solidFill>
                  <a:srgbClr val="15213F"/>
                </a:solidFill>
                <a:latin typeface="Roboto" pitchFamily="34" charset="0"/>
                <a:ea typeface="Roboto" pitchFamily="34" charset="-122"/>
                <a:cs typeface="Roboto" pitchFamily="34" charset="-120"/>
              </a:rPr>
              <a:t>Continuous evaluation is vital to refine the model and ensure its practical utility for worship teams.</a:t>
            </a:r>
            <a:endParaRPr lang="en-US" sz="1375" dirty="0"/>
          </a:p>
        </p:txBody>
      </p:sp>
      <p:sp>
        <p:nvSpPr>
          <p:cNvPr id="5" name="Shape 2"/>
          <p:cNvSpPr/>
          <p:nvPr/>
        </p:nvSpPr>
        <p:spPr>
          <a:xfrm>
            <a:off x="5191621" y="2354858"/>
            <a:ext cx="6380758" cy="3732411"/>
          </a:xfrm>
          <a:prstGeom prst="roundRect">
            <a:avLst>
              <a:gd name="adj" fmla="val 712"/>
            </a:avLst>
          </a:prstGeom>
          <a:solidFill>
            <a:srgbClr val="E9ECF2"/>
          </a:solidFill>
          <a:ln/>
        </p:spPr>
      </p:sp>
      <p:sp>
        <p:nvSpPr>
          <p:cNvPr id="6" name="Shape 3"/>
          <p:cNvSpPr/>
          <p:nvPr/>
        </p:nvSpPr>
        <p:spPr>
          <a:xfrm>
            <a:off x="5191621" y="2354857"/>
            <a:ext cx="3190379" cy="2429272"/>
          </a:xfrm>
          <a:prstGeom prst="roundRect">
            <a:avLst>
              <a:gd name="adj" fmla="val 1093"/>
            </a:avLst>
          </a:prstGeom>
          <a:solidFill>
            <a:srgbClr val="E9ECF2"/>
          </a:solidFill>
          <a:ln/>
        </p:spPr>
      </p:sp>
      <p:sp>
        <p:nvSpPr>
          <p:cNvPr id="7" name="Text 4"/>
          <p:cNvSpPr/>
          <p:nvPr/>
        </p:nvSpPr>
        <p:spPr>
          <a:xfrm>
            <a:off x="5368628" y="2531864"/>
            <a:ext cx="2343150" cy="276622"/>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67"/>
              </a:lnSpc>
              <a:buNone/>
            </a:pPr>
            <a:r>
              <a:rPr lang="en-US" sz="1708" dirty="0">
                <a:solidFill>
                  <a:srgbClr val="15213F"/>
                </a:solidFill>
                <a:latin typeface="Roboto Slab" pitchFamily="34" charset="0"/>
                <a:ea typeface="Roboto Slab" pitchFamily="34" charset="-122"/>
                <a:cs typeface="Roboto Slab" pitchFamily="34" charset="-120"/>
              </a:rPr>
              <a:t>Historical Comparison</a:t>
            </a:r>
            <a:endParaRPr lang="en-US" sz="1708" dirty="0"/>
          </a:p>
        </p:txBody>
      </p:sp>
      <p:sp>
        <p:nvSpPr>
          <p:cNvPr id="8" name="Text 5"/>
          <p:cNvSpPr/>
          <p:nvPr/>
        </p:nvSpPr>
        <p:spPr>
          <a:xfrm>
            <a:off x="5368628" y="2914650"/>
            <a:ext cx="2570758" cy="1415852"/>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08"/>
              </a:lnSpc>
              <a:buNone/>
            </a:pPr>
            <a:r>
              <a:rPr lang="en-US" sz="1375" dirty="0">
                <a:solidFill>
                  <a:srgbClr val="15213F"/>
                </a:solidFill>
                <a:latin typeface="Roboto" pitchFamily="34" charset="0"/>
                <a:ea typeface="Roboto" pitchFamily="34" charset="-122"/>
                <a:cs typeface="Roboto" pitchFamily="34" charset="-120"/>
              </a:rPr>
              <a:t>Compare recommended songs against previously used worship setlists for similar sermons or themes to identify patterns and areas for improvement.</a:t>
            </a:r>
            <a:endParaRPr lang="en-US" sz="1375" dirty="0"/>
          </a:p>
        </p:txBody>
      </p:sp>
      <p:sp>
        <p:nvSpPr>
          <p:cNvPr id="9" name="Shape 6"/>
          <p:cNvSpPr/>
          <p:nvPr/>
        </p:nvSpPr>
        <p:spPr>
          <a:xfrm>
            <a:off x="8382001" y="2354857"/>
            <a:ext cx="3190379" cy="2429272"/>
          </a:xfrm>
          <a:prstGeom prst="rect">
            <a:avLst/>
          </a:prstGeom>
          <a:solidFill>
            <a:srgbClr val="E9ECF2"/>
          </a:solidFill>
          <a:ln/>
        </p:spPr>
      </p:sp>
      <p:sp>
        <p:nvSpPr>
          <p:cNvPr id="10" name="Shape 7"/>
          <p:cNvSpPr/>
          <p:nvPr/>
        </p:nvSpPr>
        <p:spPr>
          <a:xfrm>
            <a:off x="8382000" y="2354857"/>
            <a:ext cx="19050" cy="2429272"/>
          </a:xfrm>
          <a:prstGeom prst="roundRect">
            <a:avLst>
              <a:gd name="adj" fmla="val 139414"/>
            </a:avLst>
          </a:prstGeom>
          <a:solidFill>
            <a:srgbClr val="CFD2D8"/>
          </a:solidFill>
          <a:ln/>
        </p:spPr>
      </p:sp>
      <p:sp>
        <p:nvSpPr>
          <p:cNvPr id="11" name="Text 8"/>
          <p:cNvSpPr/>
          <p:nvPr/>
        </p:nvSpPr>
        <p:spPr>
          <a:xfrm>
            <a:off x="8824615" y="2531865"/>
            <a:ext cx="2570758" cy="553244"/>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67"/>
              </a:lnSpc>
              <a:buNone/>
            </a:pPr>
            <a:r>
              <a:rPr lang="en-US" sz="1708" dirty="0">
                <a:solidFill>
                  <a:srgbClr val="15213F"/>
                </a:solidFill>
                <a:latin typeface="Roboto Slab" pitchFamily="34" charset="0"/>
                <a:ea typeface="Roboto Slab" pitchFamily="34" charset="-122"/>
                <a:cs typeface="Roboto Slab" pitchFamily="34" charset="-120"/>
              </a:rPr>
              <a:t>Worship Team Feedback</a:t>
            </a:r>
            <a:endParaRPr lang="en-US" sz="1708" dirty="0"/>
          </a:p>
        </p:txBody>
      </p:sp>
      <p:sp>
        <p:nvSpPr>
          <p:cNvPr id="12" name="Text 9"/>
          <p:cNvSpPr/>
          <p:nvPr/>
        </p:nvSpPr>
        <p:spPr>
          <a:xfrm>
            <a:off x="8824615" y="3191272"/>
            <a:ext cx="2570758" cy="1415852"/>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08"/>
              </a:lnSpc>
              <a:buNone/>
            </a:pPr>
            <a:r>
              <a:rPr lang="en-US" sz="1375" dirty="0">
                <a:solidFill>
                  <a:srgbClr val="15213F"/>
                </a:solidFill>
                <a:latin typeface="Roboto" pitchFamily="34" charset="0"/>
                <a:ea typeface="Roboto" pitchFamily="34" charset="-122"/>
                <a:cs typeface="Roboto" pitchFamily="34" charset="-120"/>
              </a:rPr>
              <a:t>Collect direct feedback from worship leaders and tech teams on the </a:t>
            </a:r>
            <a:r>
              <a:rPr lang="en-US" sz="1375" dirty="0">
                <a:solidFill>
                  <a:srgbClr val="3257B8"/>
                </a:solidFill>
                <a:latin typeface="Roboto" pitchFamily="34" charset="0"/>
                <a:ea typeface="Roboto" pitchFamily="34" charset="-122"/>
                <a:cs typeface="Roboto" pitchFamily="34" charset="-120"/>
              </a:rPr>
              <a:t>relevance, playability, and overall usefulness</a:t>
            </a:r>
            <a:r>
              <a:rPr lang="en-US" sz="1375" dirty="0">
                <a:solidFill>
                  <a:srgbClr val="15213F"/>
                </a:solidFill>
                <a:latin typeface="Roboto" pitchFamily="34" charset="0"/>
                <a:ea typeface="Roboto" pitchFamily="34" charset="-122"/>
                <a:cs typeface="Roboto" pitchFamily="34" charset="-120"/>
              </a:rPr>
              <a:t> of the recommendations.</a:t>
            </a:r>
            <a:endParaRPr lang="en-US" sz="1375" dirty="0"/>
          </a:p>
        </p:txBody>
      </p:sp>
      <p:sp>
        <p:nvSpPr>
          <p:cNvPr id="13" name="Shape 10"/>
          <p:cNvSpPr/>
          <p:nvPr/>
        </p:nvSpPr>
        <p:spPr>
          <a:xfrm>
            <a:off x="8160743" y="3348187"/>
            <a:ext cx="442615" cy="442615"/>
          </a:xfrm>
          <a:prstGeom prst="roundRect">
            <a:avLst>
              <a:gd name="adj" fmla="val 6000"/>
            </a:avLst>
          </a:prstGeom>
          <a:solidFill>
            <a:srgbClr val="FBFCFE"/>
          </a:solidFill>
          <a:ln w="22860">
            <a:solidFill>
              <a:srgbClr val="CFD2D8"/>
            </a:solidFill>
            <a:prstDash val="solid"/>
          </a:ln>
        </p:spPr>
      </p:sp>
      <p:pic>
        <p:nvPicPr>
          <p:cNvPr id="14" name="Image 1" descr="preencoded.png"/>
          <p:cNvPicPr>
            <a:picLocks noChangeAspect="1"/>
          </p:cNvPicPr>
          <p:nvPr/>
        </p:nvPicPr>
        <p:blipFill>
          <a:blip r:embed="rId4"/>
          <a:stretch>
            <a:fillRect/>
          </a:stretch>
        </p:blipFill>
        <p:spPr>
          <a:xfrm>
            <a:off x="8271371" y="3431133"/>
            <a:ext cx="221258" cy="276622"/>
          </a:xfrm>
          <a:prstGeom prst="rect">
            <a:avLst/>
          </a:prstGeom>
        </p:spPr>
      </p:pic>
      <p:sp>
        <p:nvSpPr>
          <p:cNvPr id="15" name="Shape 11"/>
          <p:cNvSpPr/>
          <p:nvPr/>
        </p:nvSpPr>
        <p:spPr>
          <a:xfrm>
            <a:off x="5191621" y="4784131"/>
            <a:ext cx="6380758" cy="1303139"/>
          </a:xfrm>
          <a:prstGeom prst="rect">
            <a:avLst/>
          </a:prstGeom>
          <a:solidFill>
            <a:srgbClr val="E9ECF2"/>
          </a:solidFill>
          <a:ln/>
        </p:spPr>
      </p:sp>
      <p:sp>
        <p:nvSpPr>
          <p:cNvPr id="16" name="Shape 12"/>
          <p:cNvSpPr/>
          <p:nvPr/>
        </p:nvSpPr>
        <p:spPr>
          <a:xfrm>
            <a:off x="5191621" y="4784130"/>
            <a:ext cx="6380758" cy="19050"/>
          </a:xfrm>
          <a:prstGeom prst="roundRect">
            <a:avLst>
              <a:gd name="adj" fmla="val 139414"/>
            </a:avLst>
          </a:prstGeom>
          <a:solidFill>
            <a:srgbClr val="CFD2D8"/>
          </a:solidFill>
          <a:ln/>
        </p:spPr>
      </p:sp>
      <p:sp>
        <p:nvSpPr>
          <p:cNvPr id="17" name="Text 13"/>
          <p:cNvSpPr/>
          <p:nvPr/>
        </p:nvSpPr>
        <p:spPr>
          <a:xfrm>
            <a:off x="5368628" y="4961136"/>
            <a:ext cx="2338685" cy="276622"/>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67"/>
              </a:lnSpc>
              <a:buNone/>
            </a:pPr>
            <a:r>
              <a:rPr lang="en-US" sz="1708" dirty="0">
                <a:solidFill>
                  <a:srgbClr val="15213F"/>
                </a:solidFill>
                <a:latin typeface="Roboto Slab" pitchFamily="34" charset="0"/>
                <a:ea typeface="Roboto Slab" pitchFamily="34" charset="-122"/>
                <a:cs typeface="Roboto Slab" pitchFamily="34" charset="-120"/>
              </a:rPr>
              <a:t>Iterative Improvement</a:t>
            </a:r>
            <a:endParaRPr lang="en-US" sz="1708" dirty="0"/>
          </a:p>
        </p:txBody>
      </p:sp>
      <p:sp>
        <p:nvSpPr>
          <p:cNvPr id="18" name="Text 14"/>
          <p:cNvSpPr/>
          <p:nvPr/>
        </p:nvSpPr>
        <p:spPr>
          <a:xfrm>
            <a:off x="5368627" y="5343922"/>
            <a:ext cx="5761137" cy="566341"/>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08"/>
              </a:lnSpc>
              <a:buNone/>
            </a:pPr>
            <a:r>
              <a:rPr lang="en-US" sz="1375" dirty="0">
                <a:solidFill>
                  <a:srgbClr val="15213F"/>
                </a:solidFill>
                <a:latin typeface="Roboto" pitchFamily="34" charset="0"/>
                <a:ea typeface="Roboto" pitchFamily="34" charset="-122"/>
                <a:cs typeface="Roboto" pitchFamily="34" charset="-120"/>
              </a:rPr>
              <a:t>Use feedback and comparison results to </a:t>
            </a:r>
            <a:r>
              <a:rPr lang="en-US" sz="1375" dirty="0">
                <a:solidFill>
                  <a:srgbClr val="3257B8"/>
                </a:solidFill>
                <a:latin typeface="Roboto" pitchFamily="34" charset="0"/>
                <a:ea typeface="Roboto" pitchFamily="34" charset="-122"/>
                <a:cs typeface="Roboto" pitchFamily="34" charset="-120"/>
              </a:rPr>
              <a:t>retrain and fine-tune</a:t>
            </a:r>
            <a:r>
              <a:rPr lang="en-US" sz="1375" dirty="0">
                <a:solidFill>
                  <a:srgbClr val="15213F"/>
                </a:solidFill>
                <a:latin typeface="Roboto" pitchFamily="34" charset="0"/>
                <a:ea typeface="Roboto" pitchFamily="34" charset="-122"/>
                <a:cs typeface="Roboto" pitchFamily="34" charset="-120"/>
              </a:rPr>
              <a:t> the deep learning model, gradually increasing accuracy and user satisfaction.</a:t>
            </a:r>
            <a:endParaRPr lang="en-US" sz="1375" dirty="0"/>
          </a:p>
        </p:txBody>
      </p:sp>
    </p:spTree>
    <p:extLst>
      <p:ext uri="{BB962C8B-B14F-4D97-AF65-F5344CB8AC3E}">
        <p14:creationId xmlns:p14="http://schemas.microsoft.com/office/powerpoint/2010/main" val="3199556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92" y="1228825"/>
            <a:ext cx="4725492" cy="59064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4625"/>
              </a:lnSpc>
              <a:buNone/>
            </a:pPr>
            <a:r>
              <a:rPr lang="en-US" sz="3708" dirty="0">
                <a:solidFill>
                  <a:srgbClr val="3257B8"/>
                </a:solidFill>
                <a:latin typeface="Roboto Slab" pitchFamily="34" charset="0"/>
                <a:ea typeface="Roboto Slab" pitchFamily="34" charset="-122"/>
                <a:cs typeface="Roboto Slab" pitchFamily="34" charset="-120"/>
              </a:rPr>
              <a:t>Future Extensions</a:t>
            </a:r>
            <a:endParaRPr lang="en-US" sz="3708" dirty="0"/>
          </a:p>
        </p:txBody>
      </p:sp>
      <p:sp>
        <p:nvSpPr>
          <p:cNvPr id="3" name="Text 1"/>
          <p:cNvSpPr/>
          <p:nvPr/>
        </p:nvSpPr>
        <p:spPr>
          <a:xfrm>
            <a:off x="661492" y="2197497"/>
            <a:ext cx="10869018" cy="30241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15213F"/>
                </a:solidFill>
                <a:latin typeface="Roboto" pitchFamily="34" charset="0"/>
                <a:ea typeface="Roboto" pitchFamily="34" charset="-122"/>
                <a:cs typeface="Roboto" pitchFamily="34" charset="-120"/>
              </a:rPr>
              <a:t>Enhancing the recommendation engine with additional features will provide even more holistic support for worship planning.</a:t>
            </a:r>
            <a:endParaRPr lang="en-US" sz="1458" dirty="0"/>
          </a:p>
        </p:txBody>
      </p:sp>
      <p:sp>
        <p:nvSpPr>
          <p:cNvPr id="4" name="Shape 2"/>
          <p:cNvSpPr/>
          <p:nvPr/>
        </p:nvSpPr>
        <p:spPr>
          <a:xfrm>
            <a:off x="661492" y="2712542"/>
            <a:ext cx="3496965" cy="2916634"/>
          </a:xfrm>
          <a:prstGeom prst="roundRect">
            <a:avLst>
              <a:gd name="adj" fmla="val 972"/>
            </a:avLst>
          </a:prstGeom>
          <a:solidFill>
            <a:srgbClr val="FBFCFE"/>
          </a:solidFill>
          <a:ln w="30480">
            <a:solidFill>
              <a:srgbClr val="CFD2D8"/>
            </a:solidFill>
            <a:prstDash val="solid"/>
          </a:ln>
        </p:spPr>
      </p:sp>
      <p:sp>
        <p:nvSpPr>
          <p:cNvPr id="5" name="Shape 3"/>
          <p:cNvSpPr/>
          <p:nvPr/>
        </p:nvSpPr>
        <p:spPr>
          <a:xfrm>
            <a:off x="686892" y="2737942"/>
            <a:ext cx="3446165" cy="567035"/>
          </a:xfrm>
          <a:prstGeom prst="rect">
            <a:avLst/>
          </a:prstGeom>
          <a:solidFill>
            <a:srgbClr val="E9ECF2"/>
          </a:solidFill>
          <a:ln/>
        </p:spPr>
      </p:sp>
      <p:sp>
        <p:nvSpPr>
          <p:cNvPr id="6" name="Text 4"/>
          <p:cNvSpPr/>
          <p:nvPr/>
        </p:nvSpPr>
        <p:spPr>
          <a:xfrm>
            <a:off x="2268240" y="2844206"/>
            <a:ext cx="283468" cy="3544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08"/>
              </a:lnSpc>
              <a:buNone/>
            </a:pPr>
            <a:r>
              <a:rPr lang="en-US" sz="2208" dirty="0">
                <a:solidFill>
                  <a:srgbClr val="15213F"/>
                </a:solidFill>
                <a:latin typeface="Roboto Slab" pitchFamily="34" charset="0"/>
                <a:ea typeface="Roboto Slab" pitchFamily="34" charset="-122"/>
                <a:cs typeface="Roboto Slab" pitchFamily="34" charset="-120"/>
              </a:rPr>
              <a:t>1</a:t>
            </a:r>
            <a:endParaRPr lang="en-US" sz="2208" dirty="0"/>
          </a:p>
        </p:txBody>
      </p:sp>
      <p:sp>
        <p:nvSpPr>
          <p:cNvPr id="7" name="Text 5"/>
          <p:cNvSpPr/>
          <p:nvPr/>
        </p:nvSpPr>
        <p:spPr>
          <a:xfrm>
            <a:off x="875903" y="3493988"/>
            <a:ext cx="2812852"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dirty="0">
                <a:solidFill>
                  <a:srgbClr val="15213F"/>
                </a:solidFill>
                <a:latin typeface="Roboto Slab" pitchFamily="34" charset="0"/>
                <a:ea typeface="Roboto Slab" pitchFamily="34" charset="-122"/>
                <a:cs typeface="Roboto Slab" pitchFamily="34" charset="-120"/>
              </a:rPr>
              <a:t>Mood &amp; Tempo Matching</a:t>
            </a:r>
            <a:endParaRPr lang="en-US" sz="1833" dirty="0"/>
          </a:p>
        </p:txBody>
      </p:sp>
      <p:sp>
        <p:nvSpPr>
          <p:cNvPr id="8" name="Text 6"/>
          <p:cNvSpPr/>
          <p:nvPr/>
        </p:nvSpPr>
        <p:spPr>
          <a:xfrm>
            <a:off x="875903" y="3902671"/>
            <a:ext cx="3068142" cy="1512094"/>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15213F"/>
                </a:solidFill>
                <a:latin typeface="Roboto" pitchFamily="34" charset="0"/>
                <a:ea typeface="Roboto" pitchFamily="34" charset="-122"/>
                <a:cs typeface="Roboto" pitchFamily="34" charset="-120"/>
              </a:rPr>
              <a:t>Integrate analysis of song mood (e.g., contemplative, joyful) and tempo (BPM) to recommend songs that create a desired flow and emotional journey within the service.</a:t>
            </a:r>
            <a:endParaRPr lang="en-US" sz="1458" dirty="0"/>
          </a:p>
        </p:txBody>
      </p:sp>
      <p:sp>
        <p:nvSpPr>
          <p:cNvPr id="9" name="Shape 7"/>
          <p:cNvSpPr/>
          <p:nvPr/>
        </p:nvSpPr>
        <p:spPr>
          <a:xfrm>
            <a:off x="4347468" y="2712542"/>
            <a:ext cx="3496965" cy="2916634"/>
          </a:xfrm>
          <a:prstGeom prst="roundRect">
            <a:avLst>
              <a:gd name="adj" fmla="val 972"/>
            </a:avLst>
          </a:prstGeom>
          <a:solidFill>
            <a:srgbClr val="FBFCFE"/>
          </a:solidFill>
          <a:ln w="30480">
            <a:solidFill>
              <a:srgbClr val="CFD2D8"/>
            </a:solidFill>
            <a:prstDash val="solid"/>
          </a:ln>
        </p:spPr>
      </p:sp>
      <p:sp>
        <p:nvSpPr>
          <p:cNvPr id="10" name="Shape 8"/>
          <p:cNvSpPr/>
          <p:nvPr/>
        </p:nvSpPr>
        <p:spPr>
          <a:xfrm>
            <a:off x="4372868" y="2737942"/>
            <a:ext cx="3446165" cy="567035"/>
          </a:xfrm>
          <a:prstGeom prst="rect">
            <a:avLst/>
          </a:prstGeom>
          <a:solidFill>
            <a:srgbClr val="E9ECF2"/>
          </a:solidFill>
          <a:ln/>
        </p:spPr>
      </p:sp>
      <p:sp>
        <p:nvSpPr>
          <p:cNvPr id="11" name="Text 9"/>
          <p:cNvSpPr/>
          <p:nvPr/>
        </p:nvSpPr>
        <p:spPr>
          <a:xfrm>
            <a:off x="5954217" y="2844206"/>
            <a:ext cx="283468" cy="3544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08"/>
              </a:lnSpc>
              <a:buNone/>
            </a:pPr>
            <a:r>
              <a:rPr lang="en-US" sz="2208" dirty="0">
                <a:solidFill>
                  <a:srgbClr val="15213F"/>
                </a:solidFill>
                <a:latin typeface="Roboto Slab" pitchFamily="34" charset="0"/>
                <a:ea typeface="Roboto Slab" pitchFamily="34" charset="-122"/>
                <a:cs typeface="Roboto Slab" pitchFamily="34" charset="-120"/>
              </a:rPr>
              <a:t>2</a:t>
            </a:r>
            <a:endParaRPr lang="en-US" sz="2208" dirty="0"/>
          </a:p>
        </p:txBody>
      </p:sp>
      <p:sp>
        <p:nvSpPr>
          <p:cNvPr id="12" name="Text 10"/>
          <p:cNvSpPr/>
          <p:nvPr/>
        </p:nvSpPr>
        <p:spPr>
          <a:xfrm>
            <a:off x="4561880" y="3493988"/>
            <a:ext cx="2805608"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dirty="0">
                <a:solidFill>
                  <a:srgbClr val="15213F"/>
                </a:solidFill>
                <a:latin typeface="Roboto Slab" pitchFamily="34" charset="0"/>
                <a:ea typeface="Roboto Slab" pitchFamily="34" charset="-122"/>
                <a:cs typeface="Roboto Slab" pitchFamily="34" charset="-120"/>
              </a:rPr>
              <a:t>Congregation Familiarity</a:t>
            </a:r>
            <a:endParaRPr lang="en-US" sz="1833" dirty="0"/>
          </a:p>
        </p:txBody>
      </p:sp>
      <p:sp>
        <p:nvSpPr>
          <p:cNvPr id="13" name="Text 11"/>
          <p:cNvSpPr/>
          <p:nvPr/>
        </p:nvSpPr>
        <p:spPr>
          <a:xfrm>
            <a:off x="4561880" y="3902670"/>
            <a:ext cx="3068142" cy="1209675"/>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15213F"/>
                </a:solidFill>
                <a:latin typeface="Roboto" pitchFamily="34" charset="0"/>
                <a:ea typeface="Roboto" pitchFamily="34" charset="-122"/>
                <a:cs typeface="Roboto" pitchFamily="34" charset="-120"/>
              </a:rPr>
              <a:t>Track which songs resonate most with the congregation, allowing for recommendations that balance new material with beloved classics.</a:t>
            </a:r>
            <a:endParaRPr lang="en-US" sz="1458" dirty="0"/>
          </a:p>
        </p:txBody>
      </p:sp>
      <p:sp>
        <p:nvSpPr>
          <p:cNvPr id="14" name="Shape 12"/>
          <p:cNvSpPr/>
          <p:nvPr/>
        </p:nvSpPr>
        <p:spPr>
          <a:xfrm>
            <a:off x="8033444" y="2712542"/>
            <a:ext cx="3496965" cy="2916634"/>
          </a:xfrm>
          <a:prstGeom prst="roundRect">
            <a:avLst>
              <a:gd name="adj" fmla="val 972"/>
            </a:avLst>
          </a:prstGeom>
          <a:solidFill>
            <a:srgbClr val="FBFCFE"/>
          </a:solidFill>
          <a:ln w="30480">
            <a:solidFill>
              <a:srgbClr val="CFD2D8"/>
            </a:solidFill>
            <a:prstDash val="solid"/>
          </a:ln>
        </p:spPr>
      </p:sp>
      <p:sp>
        <p:nvSpPr>
          <p:cNvPr id="15" name="Shape 13"/>
          <p:cNvSpPr/>
          <p:nvPr/>
        </p:nvSpPr>
        <p:spPr>
          <a:xfrm>
            <a:off x="8058844" y="2737942"/>
            <a:ext cx="3446165" cy="567035"/>
          </a:xfrm>
          <a:prstGeom prst="rect">
            <a:avLst/>
          </a:prstGeom>
          <a:solidFill>
            <a:srgbClr val="E9ECF2"/>
          </a:solidFill>
          <a:ln/>
        </p:spPr>
      </p:sp>
      <p:sp>
        <p:nvSpPr>
          <p:cNvPr id="16" name="Text 14"/>
          <p:cNvSpPr/>
          <p:nvPr/>
        </p:nvSpPr>
        <p:spPr>
          <a:xfrm>
            <a:off x="9640194" y="2844206"/>
            <a:ext cx="283468" cy="35440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08"/>
              </a:lnSpc>
              <a:buNone/>
            </a:pPr>
            <a:r>
              <a:rPr lang="en-US" sz="2208" dirty="0">
                <a:solidFill>
                  <a:srgbClr val="15213F"/>
                </a:solidFill>
                <a:latin typeface="Roboto Slab" pitchFamily="34" charset="0"/>
                <a:ea typeface="Roboto Slab" pitchFamily="34" charset="-122"/>
                <a:cs typeface="Roboto Slab" pitchFamily="34" charset="-120"/>
              </a:rPr>
              <a:t>3</a:t>
            </a:r>
            <a:endParaRPr lang="en-US" sz="2208" dirty="0"/>
          </a:p>
        </p:txBody>
      </p:sp>
      <p:sp>
        <p:nvSpPr>
          <p:cNvPr id="17" name="Text 15"/>
          <p:cNvSpPr/>
          <p:nvPr/>
        </p:nvSpPr>
        <p:spPr>
          <a:xfrm>
            <a:off x="8247856" y="3493988"/>
            <a:ext cx="2480468"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dirty="0">
                <a:solidFill>
                  <a:srgbClr val="15213F"/>
                </a:solidFill>
                <a:latin typeface="Roboto Slab" pitchFamily="34" charset="0"/>
                <a:ea typeface="Roboto Slab" pitchFamily="34" charset="-122"/>
                <a:cs typeface="Roboto Slab" pitchFamily="34" charset="-120"/>
              </a:rPr>
              <a:t>Full Setlist Generation</a:t>
            </a:r>
            <a:endParaRPr lang="en-US" sz="1833" dirty="0"/>
          </a:p>
        </p:txBody>
      </p:sp>
      <p:sp>
        <p:nvSpPr>
          <p:cNvPr id="18" name="Text 16"/>
          <p:cNvSpPr/>
          <p:nvPr/>
        </p:nvSpPr>
        <p:spPr>
          <a:xfrm>
            <a:off x="8247856" y="3902671"/>
            <a:ext cx="3068142" cy="1512094"/>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15213F"/>
                </a:solidFill>
                <a:latin typeface="Roboto" pitchFamily="34" charset="0"/>
                <a:ea typeface="Roboto" pitchFamily="34" charset="-122"/>
                <a:cs typeface="Roboto" pitchFamily="34" charset="-120"/>
              </a:rPr>
              <a:t>Expand beyond individual song recommendations to suggest entire worship setlists, ensuring smooth transitions and a cohesive worship experience.</a:t>
            </a:r>
            <a:endParaRPr lang="en-US" sz="1458" dirty="0"/>
          </a:p>
        </p:txBody>
      </p:sp>
    </p:spTree>
    <p:extLst>
      <p:ext uri="{BB962C8B-B14F-4D97-AF65-F5344CB8AC3E}">
        <p14:creationId xmlns:p14="http://schemas.microsoft.com/office/powerpoint/2010/main" val="3819758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9584AE-A3CD-37C8-CE23-71B83DA25B5D}"/>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7200" kern="1200">
                <a:solidFill>
                  <a:schemeClr val="tx1"/>
                </a:solidFill>
                <a:latin typeface="+mj-lt"/>
                <a:ea typeface="+mj-ea"/>
                <a:cs typeface="+mj-cs"/>
              </a:rPr>
              <a:t>What Challenges do we Expect to Face?</a:t>
            </a:r>
          </a:p>
        </p:txBody>
      </p:sp>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88361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7</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Worship Flow</vt:lpstr>
      <vt:lpstr>What is Worship Flow?</vt:lpstr>
      <vt:lpstr>Why Choose This Topic? </vt:lpstr>
      <vt:lpstr>Why is Worship Flow Useful? </vt:lpstr>
      <vt:lpstr>What does the End Product Look Like? </vt:lpstr>
      <vt:lpstr>PowerPoint Presentation</vt:lpstr>
      <vt:lpstr>PowerPoint Presentation</vt:lpstr>
      <vt:lpstr>PowerPoint Presentation</vt:lpstr>
      <vt:lpstr>What Challenges do we Expect to Face?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169</cp:revision>
  <dcterms:created xsi:type="dcterms:W3CDTF">2025-09-17T02:07:05Z</dcterms:created>
  <dcterms:modified xsi:type="dcterms:W3CDTF">2025-09-17T19:17:34Z</dcterms:modified>
</cp:coreProperties>
</file>